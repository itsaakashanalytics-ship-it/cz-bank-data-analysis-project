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webextensions/webextension3.xml" ContentType="application/vnd.ms-office.webextension+xml"/>
  <Override PartName="/ppt/webextensions/webextension4.xml" ContentType="application/vnd.ms-office.webextension+xml"/>
  <Override PartName="/ppt/webextensions/webextension5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3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64"/>
  </p:notesMasterIdLst>
  <p:sldIdLst>
    <p:sldId id="1119" r:id="rId4"/>
    <p:sldId id="1497" r:id="rId5"/>
    <p:sldId id="1566" r:id="rId6"/>
    <p:sldId id="1519" r:id="rId7"/>
    <p:sldId id="1503" r:id="rId8"/>
    <p:sldId id="1520" r:id="rId9"/>
    <p:sldId id="1506" r:id="rId10"/>
    <p:sldId id="1521" r:id="rId11"/>
    <p:sldId id="1505" r:id="rId12"/>
    <p:sldId id="1508" r:id="rId13"/>
    <p:sldId id="1522" r:id="rId14"/>
    <p:sldId id="1523" r:id="rId15"/>
    <p:sldId id="1526" r:id="rId16"/>
    <p:sldId id="1527" r:id="rId17"/>
    <p:sldId id="1528" r:id="rId18"/>
    <p:sldId id="1543" r:id="rId19"/>
    <p:sldId id="1544" r:id="rId20"/>
    <p:sldId id="1529" r:id="rId21"/>
    <p:sldId id="1530" r:id="rId22"/>
    <p:sldId id="1545" r:id="rId23"/>
    <p:sldId id="1531" r:id="rId24"/>
    <p:sldId id="1546" r:id="rId25"/>
    <p:sldId id="1532" r:id="rId26"/>
    <p:sldId id="1547" r:id="rId27"/>
    <p:sldId id="1533" r:id="rId28"/>
    <p:sldId id="1534" r:id="rId29"/>
    <p:sldId id="1548" r:id="rId30"/>
    <p:sldId id="1549" r:id="rId31"/>
    <p:sldId id="1550" r:id="rId32"/>
    <p:sldId id="1535" r:id="rId33"/>
    <p:sldId id="1551" r:id="rId34"/>
    <p:sldId id="1560" r:id="rId35"/>
    <p:sldId id="1537" r:id="rId36"/>
    <p:sldId id="1561" r:id="rId37"/>
    <p:sldId id="1562" r:id="rId38"/>
    <p:sldId id="1539" r:id="rId39"/>
    <p:sldId id="1563" r:id="rId40"/>
    <p:sldId id="1540" r:id="rId41"/>
    <p:sldId id="1564" r:id="rId42"/>
    <p:sldId id="1565" r:id="rId43"/>
    <p:sldId id="1541" r:id="rId44"/>
    <p:sldId id="1542" r:id="rId45"/>
    <p:sldId id="1552" r:id="rId46"/>
    <p:sldId id="1557" r:id="rId47"/>
    <p:sldId id="1554" r:id="rId48"/>
    <p:sldId id="1559" r:id="rId49"/>
    <p:sldId id="1558" r:id="rId50"/>
    <p:sldId id="1553" r:id="rId51"/>
    <p:sldId id="1567" r:id="rId52"/>
    <p:sldId id="1568" r:id="rId53"/>
    <p:sldId id="1571" r:id="rId54"/>
    <p:sldId id="1572" r:id="rId55"/>
    <p:sldId id="1569" r:id="rId56"/>
    <p:sldId id="1570" r:id="rId57"/>
    <p:sldId id="1555" r:id="rId58"/>
    <p:sldId id="1556" r:id="rId59"/>
    <p:sldId id="1573" r:id="rId60"/>
    <p:sldId id="1575" r:id="rId61"/>
    <p:sldId id="1574" r:id="rId62"/>
    <p:sldId id="1517" r:id="rId6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28090"/>
    <a:srgbClr val="4D4D4D"/>
    <a:srgbClr val="000000"/>
    <a:srgbClr val="2CB22F"/>
    <a:srgbClr val="AEFCFC"/>
    <a:srgbClr val="E0C1FF"/>
    <a:srgbClr val="CC99FF"/>
    <a:srgbClr val="00589A"/>
    <a:srgbClr val="DECEFE"/>
    <a:srgbClr val="D0B9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0B3FF6E-9745-CE23-4D92-DAFD3E119D36}" v="3340" dt="2026-05-05T22:31:49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83" autoAdjust="0"/>
    <p:restoredTop sz="96622" autoAdjust="0"/>
  </p:normalViewPr>
  <p:slideViewPr>
    <p:cSldViewPr snapToGrid="0">
      <p:cViewPr varScale="1">
        <p:scale>
          <a:sx n="121" d="100"/>
          <a:sy n="121" d="100"/>
        </p:scale>
        <p:origin x="5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tableStyles" Target="tableStyle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viewProps" Target="viewProps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notesMaster" Target="notesMasters/notesMaster1.xml"/><Relationship Id="rId69" Type="http://schemas.microsoft.com/office/2016/11/relationships/changesInfo" Target="changesInfos/changesInfo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theme" Target="theme/theme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presProps" Target="pres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ev balyan" userId="b58c3dbcc75ad324" providerId="Windows Live" clId="Web-{B0B3FF6E-9745-CE23-4D92-DAFD3E119D36}"/>
    <pc:docChg chg="addSld delSld modSld">
      <pc:chgData name="dev balyan" userId="b58c3dbcc75ad324" providerId="Windows Live" clId="Web-{B0B3FF6E-9745-CE23-4D92-DAFD3E119D36}" dt="2026-05-05T22:31:49.813" v="2357" actId="1076"/>
      <pc:docMkLst>
        <pc:docMk/>
      </pc:docMkLst>
      <pc:sldChg chg="del">
        <pc:chgData name="dev balyan" userId="b58c3dbcc75ad324" providerId="Windows Live" clId="Web-{B0B3FF6E-9745-CE23-4D92-DAFD3E119D36}" dt="2026-05-05T21:04:58.567" v="39"/>
        <pc:sldMkLst>
          <pc:docMk/>
          <pc:sldMk cId="3656772840" sldId="301"/>
        </pc:sldMkLst>
      </pc:sldChg>
      <pc:sldChg chg="modSp">
        <pc:chgData name="dev balyan" userId="b58c3dbcc75ad324" providerId="Windows Live" clId="Web-{B0B3FF6E-9745-CE23-4D92-DAFD3E119D36}" dt="2026-05-05T21:03:28.767" v="36" actId="14100"/>
        <pc:sldMkLst>
          <pc:docMk/>
          <pc:sldMk cId="3071345316" sldId="1119"/>
        </pc:sldMkLst>
        <pc:spChg chg="mod">
          <ac:chgData name="dev balyan" userId="b58c3dbcc75ad324" providerId="Windows Live" clId="Web-{B0B3FF6E-9745-CE23-4D92-DAFD3E119D36}" dt="2026-05-05T21:03:28.767" v="36" actId="14100"/>
          <ac:spMkLst>
            <pc:docMk/>
            <pc:sldMk cId="3071345316" sldId="1119"/>
            <ac:spMk id="2" creationId="{566CF642-B155-3EAA-0E23-97793C0E3936}"/>
          </ac:spMkLst>
        </pc:spChg>
      </pc:sldChg>
      <pc:sldChg chg="del">
        <pc:chgData name="dev balyan" userId="b58c3dbcc75ad324" providerId="Windows Live" clId="Web-{B0B3FF6E-9745-CE23-4D92-DAFD3E119D36}" dt="2026-05-05T21:04:53.035" v="38"/>
        <pc:sldMkLst>
          <pc:docMk/>
          <pc:sldMk cId="2708497484" sldId="1496"/>
        </pc:sldMkLst>
      </pc:sldChg>
      <pc:sldChg chg="add">
        <pc:chgData name="dev balyan" userId="b58c3dbcc75ad324" providerId="Windows Live" clId="Web-{B0B3FF6E-9745-CE23-4D92-DAFD3E119D36}" dt="2026-05-05T21:04:50.441" v="37"/>
        <pc:sldMkLst>
          <pc:docMk/>
          <pc:sldMk cId="2867987116" sldId="1497"/>
        </pc:sldMkLst>
      </pc:sldChg>
      <pc:sldChg chg="add">
        <pc:chgData name="dev balyan" userId="b58c3dbcc75ad324" providerId="Windows Live" clId="Web-{B0B3FF6E-9745-CE23-4D92-DAFD3E119D36}" dt="2026-05-05T21:05:11.411" v="40"/>
        <pc:sldMkLst>
          <pc:docMk/>
          <pc:sldMk cId="3812444089" sldId="1503"/>
        </pc:sldMkLst>
      </pc:sldChg>
      <pc:sldChg chg="addSp delSp modSp new">
        <pc:chgData name="dev balyan" userId="b58c3dbcc75ad324" providerId="Windows Live" clId="Web-{B0B3FF6E-9745-CE23-4D92-DAFD3E119D36}" dt="2026-05-05T21:34:07.969" v="967" actId="20577"/>
        <pc:sldMkLst>
          <pc:docMk/>
          <pc:sldMk cId="3122658473" sldId="1504"/>
        </pc:sldMkLst>
        <pc:spChg chg="mod">
          <ac:chgData name="dev balyan" userId="b58c3dbcc75ad324" providerId="Windows Live" clId="Web-{B0B3FF6E-9745-CE23-4D92-DAFD3E119D36}" dt="2026-05-05T21:08:50.026" v="46" actId="1076"/>
          <ac:spMkLst>
            <pc:docMk/>
            <pc:sldMk cId="3122658473" sldId="1504"/>
            <ac:spMk id="2" creationId="{0AFB1A2D-C1BE-A869-CE23-ACB7026314AF}"/>
          </ac:spMkLst>
        </pc:spChg>
        <pc:spChg chg="mod">
          <ac:chgData name="dev balyan" userId="b58c3dbcc75ad324" providerId="Windows Live" clId="Web-{B0B3FF6E-9745-CE23-4D92-DAFD3E119D36}" dt="2026-05-05T21:08:37.525" v="43" actId="1076"/>
          <ac:spMkLst>
            <pc:docMk/>
            <pc:sldMk cId="3122658473" sldId="1504"/>
            <ac:spMk id="3" creationId="{E512C634-6D44-CF22-11E6-1EC7B710DED3}"/>
          </ac:spMkLst>
        </pc:spChg>
        <pc:spChg chg="add del mod">
          <ac:chgData name="dev balyan" userId="b58c3dbcc75ad324" providerId="Windows Live" clId="Web-{B0B3FF6E-9745-CE23-4D92-DAFD3E119D36}" dt="2026-05-05T21:33:14.509" v="956"/>
          <ac:spMkLst>
            <pc:docMk/>
            <pc:sldMk cId="3122658473" sldId="1504"/>
            <ac:spMk id="7" creationId="{50B0F57D-C0FE-FEFD-094B-8456623EA178}"/>
          </ac:spMkLst>
        </pc:spChg>
        <pc:spChg chg="add mod">
          <ac:chgData name="dev balyan" userId="b58c3dbcc75ad324" providerId="Windows Live" clId="Web-{B0B3FF6E-9745-CE23-4D92-DAFD3E119D36}" dt="2026-05-05T21:34:07.969" v="967" actId="20577"/>
          <ac:spMkLst>
            <pc:docMk/>
            <pc:sldMk cId="3122658473" sldId="1504"/>
            <ac:spMk id="8" creationId="{508A5730-B0A1-4D06-6582-DF004BF12479}"/>
          </ac:spMkLst>
        </pc:spChg>
        <pc:graphicFrameChg chg="add mod modGraphic">
          <ac:chgData name="dev balyan" userId="b58c3dbcc75ad324" providerId="Windows Live" clId="Web-{B0B3FF6E-9745-CE23-4D92-DAFD3E119D36}" dt="2026-05-05T21:10:54.560" v="114" actId="1076"/>
          <ac:graphicFrameMkLst>
            <pc:docMk/>
            <pc:sldMk cId="3122658473" sldId="1504"/>
            <ac:graphicFrameMk id="4" creationId="{52E5D811-5B6E-323E-F74F-49DB1C965C51}"/>
          </ac:graphicFrameMkLst>
        </pc:graphicFrameChg>
        <pc:graphicFrameChg chg="add mod modGraphic">
          <ac:chgData name="dev balyan" userId="b58c3dbcc75ad324" providerId="Windows Live" clId="Web-{B0B3FF6E-9745-CE23-4D92-DAFD3E119D36}" dt="2026-05-05T21:14:34.264" v="459"/>
          <ac:graphicFrameMkLst>
            <pc:docMk/>
            <pc:sldMk cId="3122658473" sldId="1504"/>
            <ac:graphicFrameMk id="5" creationId="{77F66F1F-6FF3-E131-9C07-260DDE3C3055}"/>
          </ac:graphicFrameMkLst>
        </pc:graphicFrameChg>
        <pc:graphicFrameChg chg="add mod modGraphic">
          <ac:chgData name="dev balyan" userId="b58c3dbcc75ad324" providerId="Windows Live" clId="Web-{B0B3FF6E-9745-CE23-4D92-DAFD3E119D36}" dt="2026-05-05T21:16:23.329" v="593"/>
          <ac:graphicFrameMkLst>
            <pc:docMk/>
            <pc:sldMk cId="3122658473" sldId="1504"/>
            <ac:graphicFrameMk id="6" creationId="{BF2DA141-7A3A-20B7-CB3D-C38DB333E2AB}"/>
          </ac:graphicFrameMkLst>
        </pc:graphicFrameChg>
      </pc:sldChg>
      <pc:sldChg chg="addSp delSp modSp new">
        <pc:chgData name="dev balyan" userId="b58c3dbcc75ad324" providerId="Windows Live" clId="Web-{B0B3FF6E-9745-CE23-4D92-DAFD3E119D36}" dt="2026-05-05T21:26:15.301" v="799" actId="20577"/>
        <pc:sldMkLst>
          <pc:docMk/>
          <pc:sldMk cId="3677041360" sldId="1505"/>
        </pc:sldMkLst>
        <pc:spChg chg="mod">
          <ac:chgData name="dev balyan" userId="b58c3dbcc75ad324" providerId="Windows Live" clId="Web-{B0B3FF6E-9745-CE23-4D92-DAFD3E119D36}" dt="2026-05-05T21:18:18.789" v="614" actId="1076"/>
          <ac:spMkLst>
            <pc:docMk/>
            <pc:sldMk cId="3677041360" sldId="1505"/>
            <ac:spMk id="2" creationId="{BD0F7B4C-B2E9-F257-D797-3CDE6210D11B}"/>
          </ac:spMkLst>
        </pc:spChg>
        <pc:spChg chg="mod">
          <ac:chgData name="dev balyan" userId="b58c3dbcc75ad324" providerId="Windows Live" clId="Web-{B0B3FF6E-9745-CE23-4D92-DAFD3E119D36}" dt="2026-05-05T21:18:13.398" v="612" actId="1076"/>
          <ac:spMkLst>
            <pc:docMk/>
            <pc:sldMk cId="3677041360" sldId="1505"/>
            <ac:spMk id="3" creationId="{FFBB3BB1-3152-00E0-6B26-510C5A963E61}"/>
          </ac:spMkLst>
        </pc:spChg>
        <pc:spChg chg="add del mod">
          <ac:chgData name="dev balyan" userId="b58c3dbcc75ad324" providerId="Windows Live" clId="Web-{B0B3FF6E-9745-CE23-4D92-DAFD3E119D36}" dt="2026-05-05T21:18:49.431" v="617"/>
          <ac:spMkLst>
            <pc:docMk/>
            <pc:sldMk cId="3677041360" sldId="1505"/>
            <ac:spMk id="4" creationId="{1AEE3B17-2DFB-2643-8E57-2E8358B4E8E7}"/>
          </ac:spMkLst>
        </pc:spChg>
        <pc:spChg chg="add del mod">
          <ac:chgData name="dev balyan" userId="b58c3dbcc75ad324" providerId="Windows Live" clId="Web-{B0B3FF6E-9745-CE23-4D92-DAFD3E119D36}" dt="2026-05-05T21:19:55.168" v="634"/>
          <ac:spMkLst>
            <pc:docMk/>
            <pc:sldMk cId="3677041360" sldId="1505"/>
            <ac:spMk id="5" creationId="{2B41B44D-F021-2F2C-45E2-4EBB3F807B4C}"/>
          </ac:spMkLst>
        </pc:spChg>
        <pc:spChg chg="add del mod">
          <ac:chgData name="dev balyan" userId="b58c3dbcc75ad324" providerId="Windows Live" clId="Web-{B0B3FF6E-9745-CE23-4D92-DAFD3E119D36}" dt="2026-05-05T21:20:14.778" v="638"/>
          <ac:spMkLst>
            <pc:docMk/>
            <pc:sldMk cId="3677041360" sldId="1505"/>
            <ac:spMk id="6" creationId="{FCE64C7B-CDC8-BBB4-3218-DE8DBA6396DB}"/>
          </ac:spMkLst>
        </pc:spChg>
        <pc:spChg chg="add del mod">
          <ac:chgData name="dev balyan" userId="b58c3dbcc75ad324" providerId="Windows Live" clId="Web-{B0B3FF6E-9745-CE23-4D92-DAFD3E119D36}" dt="2026-05-05T21:20:42.794" v="642"/>
          <ac:spMkLst>
            <pc:docMk/>
            <pc:sldMk cId="3677041360" sldId="1505"/>
            <ac:spMk id="7" creationId="{95DFDAAA-0447-FC45-80E9-51A9650715E8}"/>
          </ac:spMkLst>
        </pc:spChg>
        <pc:spChg chg="add mod">
          <ac:chgData name="dev balyan" userId="b58c3dbcc75ad324" providerId="Windows Live" clId="Web-{B0B3FF6E-9745-CE23-4D92-DAFD3E119D36}" dt="2026-05-05T21:21:29.608" v="658" actId="1076"/>
          <ac:spMkLst>
            <pc:docMk/>
            <pc:sldMk cId="3677041360" sldId="1505"/>
            <ac:spMk id="8" creationId="{E7295556-C540-CE48-8175-5CE3F8299BE5}"/>
          </ac:spMkLst>
        </pc:spChg>
        <pc:spChg chg="add mod">
          <ac:chgData name="dev balyan" userId="b58c3dbcc75ad324" providerId="Windows Live" clId="Web-{B0B3FF6E-9745-CE23-4D92-DAFD3E119D36}" dt="2026-05-05T21:23:25.251" v="723" actId="20577"/>
          <ac:spMkLst>
            <pc:docMk/>
            <pc:sldMk cId="3677041360" sldId="1505"/>
            <ac:spMk id="9" creationId="{209E57DE-FD7F-ABD3-1E6E-9F9A856D9A7B}"/>
          </ac:spMkLst>
        </pc:spChg>
        <pc:spChg chg="add mod">
          <ac:chgData name="dev balyan" userId="b58c3dbcc75ad324" providerId="Windows Live" clId="Web-{B0B3FF6E-9745-CE23-4D92-DAFD3E119D36}" dt="2026-05-05T21:26:15.301" v="799" actId="20577"/>
          <ac:spMkLst>
            <pc:docMk/>
            <pc:sldMk cId="3677041360" sldId="1505"/>
            <ac:spMk id="10" creationId="{152C0BE2-FEFF-9ECC-A855-27564E6AE131}"/>
          </ac:spMkLst>
        </pc:spChg>
      </pc:sldChg>
      <pc:sldChg chg="addSp modSp new">
        <pc:chgData name="dev balyan" userId="b58c3dbcc75ad324" providerId="Windows Live" clId="Web-{B0B3FF6E-9745-CE23-4D92-DAFD3E119D36}" dt="2026-05-05T21:31:44.085" v="946"/>
        <pc:sldMkLst>
          <pc:docMk/>
          <pc:sldMk cId="2720112172" sldId="1506"/>
        </pc:sldMkLst>
        <pc:spChg chg="mod">
          <ac:chgData name="dev balyan" userId="b58c3dbcc75ad324" providerId="Windows Live" clId="Web-{B0B3FF6E-9745-CE23-4D92-DAFD3E119D36}" dt="2026-05-05T21:26:55.223" v="803" actId="1076"/>
          <ac:spMkLst>
            <pc:docMk/>
            <pc:sldMk cId="2720112172" sldId="1506"/>
            <ac:spMk id="2" creationId="{A13AE250-4D41-3CF4-6C8F-7B7432936E4E}"/>
          </ac:spMkLst>
        </pc:spChg>
        <pc:spChg chg="mod">
          <ac:chgData name="dev balyan" userId="b58c3dbcc75ad324" providerId="Windows Live" clId="Web-{B0B3FF6E-9745-CE23-4D92-DAFD3E119D36}" dt="2026-05-05T21:26:46.692" v="801" actId="1076"/>
          <ac:spMkLst>
            <pc:docMk/>
            <pc:sldMk cId="2720112172" sldId="1506"/>
            <ac:spMk id="3" creationId="{B36A2300-4924-AEE3-D740-61DF96A73AD5}"/>
          </ac:spMkLst>
        </pc:spChg>
        <pc:spChg chg="add mod">
          <ac:chgData name="dev balyan" userId="b58c3dbcc75ad324" providerId="Windows Live" clId="Web-{B0B3FF6E-9745-CE23-4D92-DAFD3E119D36}" dt="2026-05-05T21:28:19.443" v="831" actId="1076"/>
          <ac:spMkLst>
            <pc:docMk/>
            <pc:sldMk cId="2720112172" sldId="1506"/>
            <ac:spMk id="4" creationId="{5A756A46-5E0F-CAE1-40B9-2D7E95126A30}"/>
          </ac:spMkLst>
        </pc:spChg>
        <pc:spChg chg="add mod">
          <ac:chgData name="dev balyan" userId="b58c3dbcc75ad324" providerId="Windows Live" clId="Web-{B0B3FF6E-9745-CE23-4D92-DAFD3E119D36}" dt="2026-05-05T21:28:25.459" v="832" actId="1076"/>
          <ac:spMkLst>
            <pc:docMk/>
            <pc:sldMk cId="2720112172" sldId="1506"/>
            <ac:spMk id="5" creationId="{D6AC9CF6-1924-45FB-2E9D-5C7382E7AB90}"/>
          </ac:spMkLst>
        </pc:spChg>
        <pc:spChg chg="add mod">
          <ac:chgData name="dev balyan" userId="b58c3dbcc75ad324" providerId="Windows Live" clId="Web-{B0B3FF6E-9745-CE23-4D92-DAFD3E119D36}" dt="2026-05-05T21:31:14.429" v="943" actId="20577"/>
          <ac:spMkLst>
            <pc:docMk/>
            <pc:sldMk cId="2720112172" sldId="1506"/>
            <ac:spMk id="6" creationId="{83BD79CF-F435-E18A-12D2-55E6F5F15712}"/>
          </ac:spMkLst>
        </pc:spChg>
        <pc:spChg chg="add mod">
          <ac:chgData name="dev balyan" userId="b58c3dbcc75ad324" providerId="Windows Live" clId="Web-{B0B3FF6E-9745-CE23-4D92-DAFD3E119D36}" dt="2026-05-05T21:31:12.726" v="942" actId="20577"/>
          <ac:spMkLst>
            <pc:docMk/>
            <pc:sldMk cId="2720112172" sldId="1506"/>
            <ac:spMk id="7" creationId="{6AF574F8-FD86-A330-3644-7D14AE01E4B8}"/>
          </ac:spMkLst>
        </pc:spChg>
        <pc:spChg chg="add mod">
          <ac:chgData name="dev balyan" userId="b58c3dbcc75ad324" providerId="Windows Live" clId="Web-{B0B3FF6E-9745-CE23-4D92-DAFD3E119D36}" dt="2026-05-05T21:31:44.085" v="946"/>
          <ac:spMkLst>
            <pc:docMk/>
            <pc:sldMk cId="2720112172" sldId="1506"/>
            <ac:spMk id="8" creationId="{1D07E0A9-D5D9-0961-C968-4763E13BEB8F}"/>
          </ac:spMkLst>
        </pc:spChg>
      </pc:sldChg>
      <pc:sldChg chg="addSp delSp modSp new">
        <pc:chgData name="dev balyan" userId="b58c3dbcc75ad324" providerId="Windows Live" clId="Web-{B0B3FF6E-9745-CE23-4D92-DAFD3E119D36}" dt="2026-05-05T21:52:13.702" v="1461" actId="1076"/>
        <pc:sldMkLst>
          <pc:docMk/>
          <pc:sldMk cId="2941703714" sldId="1507"/>
        </pc:sldMkLst>
        <pc:spChg chg="mod">
          <ac:chgData name="dev balyan" userId="b58c3dbcc75ad324" providerId="Windows Live" clId="Web-{B0B3FF6E-9745-CE23-4D92-DAFD3E119D36}" dt="2026-05-05T21:33:00.429" v="952" actId="1076"/>
          <ac:spMkLst>
            <pc:docMk/>
            <pc:sldMk cId="2941703714" sldId="1507"/>
            <ac:spMk id="2" creationId="{286C09C8-629C-723B-672E-79AE121F9C0C}"/>
          </ac:spMkLst>
        </pc:spChg>
        <pc:spChg chg="mod">
          <ac:chgData name="dev balyan" userId="b58c3dbcc75ad324" providerId="Windows Live" clId="Web-{B0B3FF6E-9745-CE23-4D92-DAFD3E119D36}" dt="2026-05-05T21:32:39.429" v="949" actId="1076"/>
          <ac:spMkLst>
            <pc:docMk/>
            <pc:sldMk cId="2941703714" sldId="1507"/>
            <ac:spMk id="3" creationId="{D6AD0915-0785-3781-DAF3-233793A11714}"/>
          </ac:spMkLst>
        </pc:spChg>
        <pc:spChg chg="add mod">
          <ac:chgData name="dev balyan" userId="b58c3dbcc75ad324" providerId="Windows Live" clId="Web-{B0B3FF6E-9745-CE23-4D92-DAFD3E119D36}" dt="2026-05-05T21:38:19.238" v="1071" actId="1076"/>
          <ac:spMkLst>
            <pc:docMk/>
            <pc:sldMk cId="2941703714" sldId="1507"/>
            <ac:spMk id="4" creationId="{0AC919E9-2C10-CC57-066A-197F9D8E884D}"/>
          </ac:spMkLst>
        </pc:spChg>
        <pc:spChg chg="add mod">
          <ac:chgData name="dev balyan" userId="b58c3dbcc75ad324" providerId="Windows Live" clId="Web-{B0B3FF6E-9745-CE23-4D92-DAFD3E119D36}" dt="2026-05-05T21:51:46.059" v="1457" actId="1076"/>
          <ac:spMkLst>
            <pc:docMk/>
            <pc:sldMk cId="2941703714" sldId="1507"/>
            <ac:spMk id="5" creationId="{B68596CE-5EE1-3953-E4B8-9E64A8728DA1}"/>
          </ac:spMkLst>
        </pc:spChg>
        <pc:spChg chg="add mod">
          <ac:chgData name="dev balyan" userId="b58c3dbcc75ad324" providerId="Windows Live" clId="Web-{B0B3FF6E-9745-CE23-4D92-DAFD3E119D36}" dt="2026-05-05T21:51:51.638" v="1458" actId="1076"/>
          <ac:spMkLst>
            <pc:docMk/>
            <pc:sldMk cId="2941703714" sldId="1507"/>
            <ac:spMk id="6" creationId="{222A360E-0ECD-DBB2-DFA1-DFF3F47411E0}"/>
          </ac:spMkLst>
        </pc:spChg>
        <pc:spChg chg="add mod">
          <ac:chgData name="dev balyan" userId="b58c3dbcc75ad324" providerId="Windows Live" clId="Web-{B0B3FF6E-9745-CE23-4D92-DAFD3E119D36}" dt="2026-05-05T21:51:56.825" v="1459" actId="1076"/>
          <ac:spMkLst>
            <pc:docMk/>
            <pc:sldMk cId="2941703714" sldId="1507"/>
            <ac:spMk id="7" creationId="{437285F2-6998-4D93-028F-B426FFD185D8}"/>
          </ac:spMkLst>
        </pc:spChg>
        <pc:spChg chg="add mod">
          <ac:chgData name="dev balyan" userId="b58c3dbcc75ad324" providerId="Windows Live" clId="Web-{B0B3FF6E-9745-CE23-4D92-DAFD3E119D36}" dt="2026-05-05T21:52:03.107" v="1460" actId="1076"/>
          <ac:spMkLst>
            <pc:docMk/>
            <pc:sldMk cId="2941703714" sldId="1507"/>
            <ac:spMk id="8" creationId="{BACAAD6D-4138-72E3-3AAD-BCDAB7B8ED92}"/>
          </ac:spMkLst>
        </pc:spChg>
        <pc:spChg chg="add mod">
          <ac:chgData name="dev balyan" userId="b58c3dbcc75ad324" providerId="Windows Live" clId="Web-{B0B3FF6E-9745-CE23-4D92-DAFD3E119D36}" dt="2026-05-05T21:51:40.465" v="1456" actId="1076"/>
          <ac:spMkLst>
            <pc:docMk/>
            <pc:sldMk cId="2941703714" sldId="1507"/>
            <ac:spMk id="9" creationId="{C21F7741-2845-F81B-2E65-1687AE75DA76}"/>
          </ac:spMkLst>
        </pc:spChg>
        <pc:spChg chg="add del">
          <ac:chgData name="dev balyan" userId="b58c3dbcc75ad324" providerId="Windows Live" clId="Web-{B0B3FF6E-9745-CE23-4D92-DAFD3E119D36}" dt="2026-05-05T21:43:26.436" v="1224"/>
          <ac:spMkLst>
            <pc:docMk/>
            <pc:sldMk cId="2941703714" sldId="1507"/>
            <ac:spMk id="10" creationId="{361D558F-ABDD-9D75-1CB2-DF324FB0675C}"/>
          </ac:spMkLst>
        </pc:spChg>
        <pc:spChg chg="add mod">
          <ac:chgData name="dev balyan" userId="b58c3dbcc75ad324" providerId="Windows Live" clId="Web-{B0B3FF6E-9745-CE23-4D92-DAFD3E119D36}" dt="2026-05-05T21:52:13.702" v="1461" actId="1076"/>
          <ac:spMkLst>
            <pc:docMk/>
            <pc:sldMk cId="2941703714" sldId="1507"/>
            <ac:spMk id="11" creationId="{214280FD-4F17-5314-EDB3-6F6FF44E14AB}"/>
          </ac:spMkLst>
        </pc:spChg>
        <pc:spChg chg="add del mod">
          <ac:chgData name="dev balyan" userId="b58c3dbcc75ad324" providerId="Windows Live" clId="Web-{B0B3FF6E-9745-CE23-4D92-DAFD3E119D36}" dt="2026-05-05T21:46:21.157" v="1288"/>
          <ac:spMkLst>
            <pc:docMk/>
            <pc:sldMk cId="2941703714" sldId="1507"/>
            <ac:spMk id="12" creationId="{AF1D627F-2F49-2FCB-8373-3C370133FE4B}"/>
          </ac:spMkLst>
        </pc:spChg>
        <pc:spChg chg="add mod">
          <ac:chgData name="dev balyan" userId="b58c3dbcc75ad324" providerId="Windows Live" clId="Web-{B0B3FF6E-9745-CE23-4D92-DAFD3E119D36}" dt="2026-05-05T21:51:34.652" v="1455" actId="1076"/>
          <ac:spMkLst>
            <pc:docMk/>
            <pc:sldMk cId="2941703714" sldId="1507"/>
            <ac:spMk id="13" creationId="{078B9625-E83A-7DA5-3CC1-A879D597E4CF}"/>
          </ac:spMkLst>
        </pc:spChg>
        <pc:spChg chg="add mod">
          <ac:chgData name="dev balyan" userId="b58c3dbcc75ad324" providerId="Windows Live" clId="Web-{B0B3FF6E-9745-CE23-4D92-DAFD3E119D36}" dt="2026-05-05T21:51:17.791" v="1453" actId="1076"/>
          <ac:spMkLst>
            <pc:docMk/>
            <pc:sldMk cId="2941703714" sldId="1507"/>
            <ac:spMk id="14" creationId="{36C9DFB5-C65A-5EB4-6A68-10025D672354}"/>
          </ac:spMkLst>
        </pc:spChg>
      </pc:sldChg>
      <pc:sldChg chg="addSp modSp new">
        <pc:chgData name="dev balyan" userId="b58c3dbcc75ad324" providerId="Windows Live" clId="Web-{B0B3FF6E-9745-CE23-4D92-DAFD3E119D36}" dt="2026-05-05T21:51:03.634" v="1452"/>
        <pc:sldMkLst>
          <pc:docMk/>
          <pc:sldMk cId="2021332467" sldId="1508"/>
        </pc:sldMkLst>
        <pc:spChg chg="mod">
          <ac:chgData name="dev balyan" userId="b58c3dbcc75ad324" providerId="Windows Live" clId="Web-{B0B3FF6E-9745-CE23-4D92-DAFD3E119D36}" dt="2026-05-05T21:47:56.736" v="1335" actId="1076"/>
          <ac:spMkLst>
            <pc:docMk/>
            <pc:sldMk cId="2021332467" sldId="1508"/>
            <ac:spMk id="2" creationId="{556A68F8-BC7F-8ED9-053B-DEB6F382E154}"/>
          </ac:spMkLst>
        </pc:spChg>
        <pc:spChg chg="mod">
          <ac:chgData name="dev balyan" userId="b58c3dbcc75ad324" providerId="Windows Live" clId="Web-{B0B3FF6E-9745-CE23-4D92-DAFD3E119D36}" dt="2026-05-05T21:47:43.814" v="1333" actId="1076"/>
          <ac:spMkLst>
            <pc:docMk/>
            <pc:sldMk cId="2021332467" sldId="1508"/>
            <ac:spMk id="3" creationId="{A37652E7-972B-2952-3F09-A7B00781AFDC}"/>
          </ac:spMkLst>
        </pc:spChg>
        <pc:spChg chg="add mod">
          <ac:chgData name="dev balyan" userId="b58c3dbcc75ad324" providerId="Windows Live" clId="Web-{B0B3FF6E-9745-CE23-4D92-DAFD3E119D36}" dt="2026-05-05T21:48:54.190" v="1350" actId="1076"/>
          <ac:spMkLst>
            <pc:docMk/>
            <pc:sldMk cId="2021332467" sldId="1508"/>
            <ac:spMk id="4" creationId="{2CFA5899-A261-6988-2E63-72328B722906}"/>
          </ac:spMkLst>
        </pc:spChg>
        <pc:spChg chg="add mod">
          <ac:chgData name="dev balyan" userId="b58c3dbcc75ad324" providerId="Windows Live" clId="Web-{B0B3FF6E-9745-CE23-4D92-DAFD3E119D36}" dt="2026-05-05T21:50:41.522" v="1449" actId="20577"/>
          <ac:spMkLst>
            <pc:docMk/>
            <pc:sldMk cId="2021332467" sldId="1508"/>
            <ac:spMk id="5" creationId="{F82414D7-2C5A-EBF2-25B6-8A0FBE91BE58}"/>
          </ac:spMkLst>
        </pc:spChg>
        <pc:spChg chg="add mod">
          <ac:chgData name="dev balyan" userId="b58c3dbcc75ad324" providerId="Windows Live" clId="Web-{B0B3FF6E-9745-CE23-4D92-DAFD3E119D36}" dt="2026-05-05T21:51:03.634" v="1452"/>
          <ac:spMkLst>
            <pc:docMk/>
            <pc:sldMk cId="2021332467" sldId="1508"/>
            <ac:spMk id="6" creationId="{EB978DE6-62AC-1298-ECC5-8041A67A4AA2}"/>
          </ac:spMkLst>
        </pc:spChg>
      </pc:sldChg>
      <pc:sldChg chg="addSp modSp new">
        <pc:chgData name="dev balyan" userId="b58c3dbcc75ad324" providerId="Windows Live" clId="Web-{B0B3FF6E-9745-CE23-4D92-DAFD3E119D36}" dt="2026-05-05T21:59:08.327" v="1647"/>
        <pc:sldMkLst>
          <pc:docMk/>
          <pc:sldMk cId="1336369026" sldId="1509"/>
        </pc:sldMkLst>
        <pc:spChg chg="mod">
          <ac:chgData name="dev balyan" userId="b58c3dbcc75ad324" providerId="Windows Live" clId="Web-{B0B3FF6E-9745-CE23-4D92-DAFD3E119D36}" dt="2026-05-05T21:53:07.689" v="1466" actId="1076"/>
          <ac:spMkLst>
            <pc:docMk/>
            <pc:sldMk cId="1336369026" sldId="1509"/>
            <ac:spMk id="2" creationId="{CCB17D20-20BA-29E6-41AC-CDE5F9E56129}"/>
          </ac:spMkLst>
        </pc:spChg>
        <pc:spChg chg="mod">
          <ac:chgData name="dev balyan" userId="b58c3dbcc75ad324" providerId="Windows Live" clId="Web-{B0B3FF6E-9745-CE23-4D92-DAFD3E119D36}" dt="2026-05-05T21:53:00.455" v="1464" actId="1076"/>
          <ac:spMkLst>
            <pc:docMk/>
            <pc:sldMk cId="1336369026" sldId="1509"/>
            <ac:spMk id="3" creationId="{CAA47B0A-935E-E104-C3C8-0C4D3A29E5E1}"/>
          </ac:spMkLst>
        </pc:spChg>
        <pc:spChg chg="add mod">
          <ac:chgData name="dev balyan" userId="b58c3dbcc75ad324" providerId="Windows Live" clId="Web-{B0B3FF6E-9745-CE23-4D92-DAFD3E119D36}" dt="2026-05-05T21:53:55.426" v="1485" actId="1076"/>
          <ac:spMkLst>
            <pc:docMk/>
            <pc:sldMk cId="1336369026" sldId="1509"/>
            <ac:spMk id="4" creationId="{CDFB0D92-F51F-0E83-998E-C07C58D1B45D}"/>
          </ac:spMkLst>
        </pc:spChg>
        <pc:spChg chg="add mod">
          <ac:chgData name="dev balyan" userId="b58c3dbcc75ad324" providerId="Windows Live" clId="Web-{B0B3FF6E-9745-CE23-4D92-DAFD3E119D36}" dt="2026-05-05T21:56:23.526" v="1529" actId="14100"/>
          <ac:spMkLst>
            <pc:docMk/>
            <pc:sldMk cId="1336369026" sldId="1509"/>
            <ac:spMk id="5" creationId="{C604F564-00BB-6746-2F18-D9341A52FF97}"/>
          </ac:spMkLst>
        </pc:spChg>
        <pc:spChg chg="add mod">
          <ac:chgData name="dev balyan" userId="b58c3dbcc75ad324" providerId="Windows Live" clId="Web-{B0B3FF6E-9745-CE23-4D92-DAFD3E119D36}" dt="2026-05-05T21:57:35.434" v="1593" actId="1076"/>
          <ac:spMkLst>
            <pc:docMk/>
            <pc:sldMk cId="1336369026" sldId="1509"/>
            <ac:spMk id="6" creationId="{39744322-03AE-F0BE-104E-824C425ACF55}"/>
          </ac:spMkLst>
        </pc:spChg>
        <pc:spChg chg="add mod">
          <ac:chgData name="dev balyan" userId="b58c3dbcc75ad324" providerId="Windows Live" clId="Web-{B0B3FF6E-9745-CE23-4D92-DAFD3E119D36}" dt="2026-05-05T21:58:41.858" v="1644" actId="1076"/>
          <ac:spMkLst>
            <pc:docMk/>
            <pc:sldMk cId="1336369026" sldId="1509"/>
            <ac:spMk id="7" creationId="{88CABBF9-345B-7A44-A097-652B4D91C98E}"/>
          </ac:spMkLst>
        </pc:spChg>
        <pc:spChg chg="add mod">
          <ac:chgData name="dev balyan" userId="b58c3dbcc75ad324" providerId="Windows Live" clId="Web-{B0B3FF6E-9745-CE23-4D92-DAFD3E119D36}" dt="2026-05-05T21:59:08.327" v="1647"/>
          <ac:spMkLst>
            <pc:docMk/>
            <pc:sldMk cId="1336369026" sldId="1509"/>
            <ac:spMk id="8" creationId="{5B90AA00-FFE0-DAE0-F95B-19988CE5E464}"/>
          </ac:spMkLst>
        </pc:spChg>
      </pc:sldChg>
      <pc:sldChg chg="modSp new">
        <pc:chgData name="dev balyan" userId="b58c3dbcc75ad324" providerId="Windows Live" clId="Web-{B0B3FF6E-9745-CE23-4D92-DAFD3E119D36}" dt="2026-05-05T22:00:07.609" v="1680" actId="20577"/>
        <pc:sldMkLst>
          <pc:docMk/>
          <pc:sldMk cId="264776436" sldId="1510"/>
        </pc:sldMkLst>
        <pc:spChg chg="mod">
          <ac:chgData name="dev balyan" userId="b58c3dbcc75ad324" providerId="Windows Live" clId="Web-{B0B3FF6E-9745-CE23-4D92-DAFD3E119D36}" dt="2026-05-05T22:00:07.609" v="1680" actId="20577"/>
          <ac:spMkLst>
            <pc:docMk/>
            <pc:sldMk cId="264776436" sldId="1510"/>
            <ac:spMk id="3" creationId="{DA944330-9B1B-2CE6-2681-1C11635E6356}"/>
          </ac:spMkLst>
        </pc:spChg>
      </pc:sldChg>
      <pc:sldChg chg="addSp modSp new">
        <pc:chgData name="dev balyan" userId="b58c3dbcc75ad324" providerId="Windows Live" clId="Web-{B0B3FF6E-9745-CE23-4D92-DAFD3E119D36}" dt="2026-05-05T22:05:18.550" v="1889" actId="1076"/>
        <pc:sldMkLst>
          <pc:docMk/>
          <pc:sldMk cId="2530098940" sldId="1511"/>
        </pc:sldMkLst>
        <pc:spChg chg="mod">
          <ac:chgData name="dev balyan" userId="b58c3dbcc75ad324" providerId="Windows Live" clId="Web-{B0B3FF6E-9745-CE23-4D92-DAFD3E119D36}" dt="2026-05-05T22:01:03.860" v="1685" actId="1076"/>
          <ac:spMkLst>
            <pc:docMk/>
            <pc:sldMk cId="2530098940" sldId="1511"/>
            <ac:spMk id="2" creationId="{CCD40DEA-4588-0C7E-5473-BF4B6CD44AF1}"/>
          </ac:spMkLst>
        </pc:spChg>
        <pc:spChg chg="mod">
          <ac:chgData name="dev balyan" userId="b58c3dbcc75ad324" providerId="Windows Live" clId="Web-{B0B3FF6E-9745-CE23-4D92-DAFD3E119D36}" dt="2026-05-05T22:00:56.813" v="1683" actId="1076"/>
          <ac:spMkLst>
            <pc:docMk/>
            <pc:sldMk cId="2530098940" sldId="1511"/>
            <ac:spMk id="3" creationId="{D132FEC6-16DF-3ECD-7B0E-7B2F9FAAACA9}"/>
          </ac:spMkLst>
        </pc:spChg>
        <pc:spChg chg="add mod">
          <ac:chgData name="dev balyan" userId="b58c3dbcc75ad324" providerId="Windows Live" clId="Web-{B0B3FF6E-9745-CE23-4D92-DAFD3E119D36}" dt="2026-05-05T22:02:08.533" v="1708" actId="14100"/>
          <ac:spMkLst>
            <pc:docMk/>
            <pc:sldMk cId="2530098940" sldId="1511"/>
            <ac:spMk id="4" creationId="{8E2C86A5-A1C7-933E-AC8B-174B5751F9D2}"/>
          </ac:spMkLst>
        </pc:spChg>
        <pc:spChg chg="add mod">
          <ac:chgData name="dev balyan" userId="b58c3dbcc75ad324" providerId="Windows Live" clId="Web-{B0B3FF6E-9745-CE23-4D92-DAFD3E119D36}" dt="2026-05-05T22:04:33.191" v="1866" actId="1076"/>
          <ac:spMkLst>
            <pc:docMk/>
            <pc:sldMk cId="2530098940" sldId="1511"/>
            <ac:spMk id="5" creationId="{329D0C29-7FA9-96BE-D6ED-EFC1023E8CE7}"/>
          </ac:spMkLst>
        </pc:spChg>
        <pc:spChg chg="add mod">
          <ac:chgData name="dev balyan" userId="b58c3dbcc75ad324" providerId="Windows Live" clId="Web-{B0B3FF6E-9745-CE23-4D92-DAFD3E119D36}" dt="2026-05-05T22:05:18.550" v="1889" actId="1076"/>
          <ac:spMkLst>
            <pc:docMk/>
            <pc:sldMk cId="2530098940" sldId="1511"/>
            <ac:spMk id="6" creationId="{4D378EDA-DC65-7B8F-CBBB-7E13AFB90CAB}"/>
          </ac:spMkLst>
        </pc:spChg>
      </pc:sldChg>
      <pc:sldChg chg="addSp delSp modSp new">
        <pc:chgData name="dev balyan" userId="b58c3dbcc75ad324" providerId="Windows Live" clId="Web-{B0B3FF6E-9745-CE23-4D92-DAFD3E119D36}" dt="2026-05-05T22:17:06.582" v="2186"/>
        <pc:sldMkLst>
          <pc:docMk/>
          <pc:sldMk cId="3610255516" sldId="1512"/>
        </pc:sldMkLst>
        <pc:spChg chg="mod">
          <ac:chgData name="dev balyan" userId="b58c3dbcc75ad324" providerId="Windows Live" clId="Web-{B0B3FF6E-9745-CE23-4D92-DAFD3E119D36}" dt="2026-05-05T22:06:07.489" v="1894" actId="1076"/>
          <ac:spMkLst>
            <pc:docMk/>
            <pc:sldMk cId="3610255516" sldId="1512"/>
            <ac:spMk id="2" creationId="{733F0E00-CE98-E8C3-B4EF-66617579E5BD}"/>
          </ac:spMkLst>
        </pc:spChg>
        <pc:spChg chg="mod">
          <ac:chgData name="dev balyan" userId="b58c3dbcc75ad324" providerId="Windows Live" clId="Web-{B0B3FF6E-9745-CE23-4D92-DAFD3E119D36}" dt="2026-05-05T22:05:55.910" v="1892" actId="1076"/>
          <ac:spMkLst>
            <pc:docMk/>
            <pc:sldMk cId="3610255516" sldId="1512"/>
            <ac:spMk id="3" creationId="{A391E1C7-EE68-CC64-E026-E5497EEF31F7}"/>
          </ac:spMkLst>
        </pc:spChg>
        <pc:spChg chg="add del mod">
          <ac:chgData name="dev balyan" userId="b58c3dbcc75ad324" providerId="Windows Live" clId="Web-{B0B3FF6E-9745-CE23-4D92-DAFD3E119D36}" dt="2026-05-05T22:07:08.740" v="1908"/>
          <ac:spMkLst>
            <pc:docMk/>
            <pc:sldMk cId="3610255516" sldId="1512"/>
            <ac:spMk id="4" creationId="{C6317D69-F7A0-00FC-9C4F-34921A5D4754}"/>
          </ac:spMkLst>
        </pc:spChg>
        <pc:spChg chg="add mod">
          <ac:chgData name="dev balyan" userId="b58c3dbcc75ad324" providerId="Windows Live" clId="Web-{B0B3FF6E-9745-CE23-4D92-DAFD3E119D36}" dt="2026-05-05T22:07:51.026" v="1925" actId="1076"/>
          <ac:spMkLst>
            <pc:docMk/>
            <pc:sldMk cId="3610255516" sldId="1512"/>
            <ac:spMk id="5" creationId="{7C2DD0B8-DA36-058A-1C6D-50C29145BFFB}"/>
          </ac:spMkLst>
        </pc:spChg>
        <pc:spChg chg="add mod">
          <ac:chgData name="dev balyan" userId="b58c3dbcc75ad324" providerId="Windows Live" clId="Web-{B0B3FF6E-9745-CE23-4D92-DAFD3E119D36}" dt="2026-05-05T22:09:24.393" v="2013" actId="1076"/>
          <ac:spMkLst>
            <pc:docMk/>
            <pc:sldMk cId="3610255516" sldId="1512"/>
            <ac:spMk id="6" creationId="{3F3EE487-6DE4-15DD-852E-7FB0BC0D6701}"/>
          </ac:spMkLst>
        </pc:spChg>
        <pc:spChg chg="add mod">
          <ac:chgData name="dev balyan" userId="b58c3dbcc75ad324" providerId="Windows Live" clId="Web-{B0B3FF6E-9745-CE23-4D92-DAFD3E119D36}" dt="2026-05-05T22:11:15.274" v="2030" actId="1076"/>
          <ac:spMkLst>
            <pc:docMk/>
            <pc:sldMk cId="3610255516" sldId="1512"/>
            <ac:spMk id="7" creationId="{3EB53A60-6DB0-10B9-2A5E-86704557F04C}"/>
          </ac:spMkLst>
        </pc:spChg>
        <pc:spChg chg="add mod">
          <ac:chgData name="dev balyan" userId="b58c3dbcc75ad324" providerId="Windows Live" clId="Web-{B0B3FF6E-9745-CE23-4D92-DAFD3E119D36}" dt="2026-05-05T22:12:16.918" v="2061" actId="1076"/>
          <ac:spMkLst>
            <pc:docMk/>
            <pc:sldMk cId="3610255516" sldId="1512"/>
            <ac:spMk id="8" creationId="{1CC1827C-CA48-531F-472C-CE33B80A31E1}"/>
          </ac:spMkLst>
        </pc:spChg>
        <pc:spChg chg="add mod">
          <ac:chgData name="dev balyan" userId="b58c3dbcc75ad324" providerId="Windows Live" clId="Web-{B0B3FF6E-9745-CE23-4D92-DAFD3E119D36}" dt="2026-05-05T22:13:27.873" v="2112" actId="1076"/>
          <ac:spMkLst>
            <pc:docMk/>
            <pc:sldMk cId="3610255516" sldId="1512"/>
            <ac:spMk id="9" creationId="{991E3611-D70B-553C-7752-A0C597E683FF}"/>
          </ac:spMkLst>
        </pc:spChg>
        <pc:spChg chg="add mod">
          <ac:chgData name="dev balyan" userId="b58c3dbcc75ad324" providerId="Windows Live" clId="Web-{B0B3FF6E-9745-CE23-4D92-DAFD3E119D36}" dt="2026-05-05T22:15:54.706" v="2183" actId="1076"/>
          <ac:spMkLst>
            <pc:docMk/>
            <pc:sldMk cId="3610255516" sldId="1512"/>
            <ac:spMk id="10" creationId="{2A92D1B2-819E-080F-5AAB-796D2E2897DF}"/>
          </ac:spMkLst>
        </pc:spChg>
        <pc:spChg chg="add mod">
          <ac:chgData name="dev balyan" userId="b58c3dbcc75ad324" providerId="Windows Live" clId="Web-{B0B3FF6E-9745-CE23-4D92-DAFD3E119D36}" dt="2026-05-05T22:15:32.658" v="2181" actId="1076"/>
          <ac:spMkLst>
            <pc:docMk/>
            <pc:sldMk cId="3610255516" sldId="1512"/>
            <ac:spMk id="11" creationId="{0B16A730-DBAC-A273-4476-76B0D0072208}"/>
          </ac:spMkLst>
        </pc:spChg>
        <pc:spChg chg="add mod">
          <ac:chgData name="dev balyan" userId="b58c3dbcc75ad324" providerId="Windows Live" clId="Web-{B0B3FF6E-9745-CE23-4D92-DAFD3E119D36}" dt="2026-05-05T22:17:06.582" v="2186"/>
          <ac:spMkLst>
            <pc:docMk/>
            <pc:sldMk cId="3610255516" sldId="1512"/>
            <ac:spMk id="12" creationId="{024B80B7-FEB0-E132-960C-37E8A1777799}"/>
          </ac:spMkLst>
        </pc:spChg>
      </pc:sldChg>
      <pc:sldChg chg="modSp new">
        <pc:chgData name="dev balyan" userId="b58c3dbcc75ad324" providerId="Windows Live" clId="Web-{B0B3FF6E-9745-CE23-4D92-DAFD3E119D36}" dt="2026-05-05T22:18:08.489" v="2210" actId="20577"/>
        <pc:sldMkLst>
          <pc:docMk/>
          <pc:sldMk cId="3322370392" sldId="1513"/>
        </pc:sldMkLst>
        <pc:spChg chg="mod">
          <ac:chgData name="dev balyan" userId="b58c3dbcc75ad324" providerId="Windows Live" clId="Web-{B0B3FF6E-9745-CE23-4D92-DAFD3E119D36}" dt="2026-05-05T22:18:08.489" v="2210" actId="20577"/>
          <ac:spMkLst>
            <pc:docMk/>
            <pc:sldMk cId="3322370392" sldId="1513"/>
            <ac:spMk id="3" creationId="{14EF3BB4-8D49-27CB-10ED-31697EA55FB7}"/>
          </ac:spMkLst>
        </pc:spChg>
      </pc:sldChg>
      <pc:sldChg chg="addSp modSp new">
        <pc:chgData name="dev balyan" userId="b58c3dbcc75ad324" providerId="Windows Live" clId="Web-{B0B3FF6E-9745-CE23-4D92-DAFD3E119D36}" dt="2026-05-05T22:22:12.336" v="2254" actId="1076"/>
        <pc:sldMkLst>
          <pc:docMk/>
          <pc:sldMk cId="2102476889" sldId="1514"/>
        </pc:sldMkLst>
        <pc:spChg chg="mod">
          <ac:chgData name="dev balyan" userId="b58c3dbcc75ad324" providerId="Windows Live" clId="Web-{B0B3FF6E-9745-CE23-4D92-DAFD3E119D36}" dt="2026-05-05T22:18:38.802" v="2215" actId="1076"/>
          <ac:spMkLst>
            <pc:docMk/>
            <pc:sldMk cId="2102476889" sldId="1514"/>
            <ac:spMk id="2" creationId="{1DE90281-06DA-048C-B5E8-E13773778546}"/>
          </ac:spMkLst>
        </pc:spChg>
        <pc:spChg chg="mod">
          <ac:chgData name="dev balyan" userId="b58c3dbcc75ad324" providerId="Windows Live" clId="Web-{B0B3FF6E-9745-CE23-4D92-DAFD3E119D36}" dt="2026-05-05T22:18:31.177" v="2213" actId="1076"/>
          <ac:spMkLst>
            <pc:docMk/>
            <pc:sldMk cId="2102476889" sldId="1514"/>
            <ac:spMk id="3" creationId="{DF3DE141-0EDA-A3F3-0D17-9534A4DCA3FE}"/>
          </ac:spMkLst>
        </pc:spChg>
        <pc:spChg chg="add mod">
          <ac:chgData name="dev balyan" userId="b58c3dbcc75ad324" providerId="Windows Live" clId="Web-{B0B3FF6E-9745-CE23-4D92-DAFD3E119D36}" dt="2026-05-05T22:19:35.569" v="2230" actId="14100"/>
          <ac:spMkLst>
            <pc:docMk/>
            <pc:sldMk cId="2102476889" sldId="1514"/>
            <ac:spMk id="4" creationId="{D55F782D-9D1A-1195-00E4-DE592D9713B3}"/>
          </ac:spMkLst>
        </pc:spChg>
        <pc:spChg chg="add mod">
          <ac:chgData name="dev balyan" userId="b58c3dbcc75ad324" providerId="Windows Live" clId="Web-{B0B3FF6E-9745-CE23-4D92-DAFD3E119D36}" dt="2026-05-05T22:21:33.398" v="2251" actId="20577"/>
          <ac:spMkLst>
            <pc:docMk/>
            <pc:sldMk cId="2102476889" sldId="1514"/>
            <ac:spMk id="5" creationId="{393CCF4B-0949-0169-7DE3-0E4B34B41981}"/>
          </ac:spMkLst>
        </pc:spChg>
        <pc:spChg chg="add mod">
          <ac:chgData name="dev balyan" userId="b58c3dbcc75ad324" providerId="Windows Live" clId="Web-{B0B3FF6E-9745-CE23-4D92-DAFD3E119D36}" dt="2026-05-05T22:22:12.336" v="2254" actId="1076"/>
          <ac:spMkLst>
            <pc:docMk/>
            <pc:sldMk cId="2102476889" sldId="1514"/>
            <ac:spMk id="6" creationId="{876ED93B-3631-BC1D-37F2-650670F5BC8F}"/>
          </ac:spMkLst>
        </pc:spChg>
      </pc:sldChg>
      <pc:sldChg chg="addSp modSp new">
        <pc:chgData name="dev balyan" userId="b58c3dbcc75ad324" providerId="Windows Live" clId="Web-{B0B3FF6E-9745-CE23-4D92-DAFD3E119D36}" dt="2026-05-05T22:25:02.091" v="2303" actId="1076"/>
        <pc:sldMkLst>
          <pc:docMk/>
          <pc:sldMk cId="456785275" sldId="1515"/>
        </pc:sldMkLst>
        <pc:spChg chg="mod">
          <ac:chgData name="dev balyan" userId="b58c3dbcc75ad324" providerId="Windows Live" clId="Web-{B0B3FF6E-9745-CE23-4D92-DAFD3E119D36}" dt="2026-05-05T22:23:03.165" v="2257" actId="1076"/>
          <ac:spMkLst>
            <pc:docMk/>
            <pc:sldMk cId="456785275" sldId="1515"/>
            <ac:spMk id="2" creationId="{F7A6021E-0F01-29F0-3691-86C9C7F4D5D0}"/>
          </ac:spMkLst>
        </pc:spChg>
        <pc:spChg chg="mod">
          <ac:chgData name="dev balyan" userId="b58c3dbcc75ad324" providerId="Windows Live" clId="Web-{B0B3FF6E-9745-CE23-4D92-DAFD3E119D36}" dt="2026-05-05T22:23:08.883" v="2259" actId="1076"/>
          <ac:spMkLst>
            <pc:docMk/>
            <pc:sldMk cId="456785275" sldId="1515"/>
            <ac:spMk id="3" creationId="{B3090466-5CF1-59FF-FA06-B2313B6A6C2E}"/>
          </ac:spMkLst>
        </pc:spChg>
        <pc:spChg chg="add mod">
          <ac:chgData name="dev balyan" userId="b58c3dbcc75ad324" providerId="Windows Live" clId="Web-{B0B3FF6E-9745-CE23-4D92-DAFD3E119D36}" dt="2026-05-05T22:23:50.040" v="2276" actId="1076"/>
          <ac:spMkLst>
            <pc:docMk/>
            <pc:sldMk cId="456785275" sldId="1515"/>
            <ac:spMk id="4" creationId="{5FBF68A6-F793-5A22-726E-EAEC62BFF96E}"/>
          </ac:spMkLst>
        </pc:spChg>
        <pc:spChg chg="add mod">
          <ac:chgData name="dev balyan" userId="b58c3dbcc75ad324" providerId="Windows Live" clId="Web-{B0B3FF6E-9745-CE23-4D92-DAFD3E119D36}" dt="2026-05-05T22:25:02.091" v="2303" actId="1076"/>
          <ac:spMkLst>
            <pc:docMk/>
            <pc:sldMk cId="456785275" sldId="1515"/>
            <ac:spMk id="5" creationId="{F5F27306-73AD-3581-5089-3B08FA83635E}"/>
          </ac:spMkLst>
        </pc:spChg>
      </pc:sldChg>
      <pc:sldChg chg="addSp modSp new">
        <pc:chgData name="dev balyan" userId="b58c3dbcc75ad324" providerId="Windows Live" clId="Web-{B0B3FF6E-9745-CE23-4D92-DAFD3E119D36}" dt="2026-05-05T22:27:29.132" v="2339" actId="20577"/>
        <pc:sldMkLst>
          <pc:docMk/>
          <pc:sldMk cId="3908790204" sldId="1516"/>
        </pc:sldMkLst>
        <pc:spChg chg="mod">
          <ac:chgData name="dev balyan" userId="b58c3dbcc75ad324" providerId="Windows Live" clId="Web-{B0B3FF6E-9745-CE23-4D92-DAFD3E119D36}" dt="2026-05-05T22:25:50.454" v="2306" actId="1076"/>
          <ac:spMkLst>
            <pc:docMk/>
            <pc:sldMk cId="3908790204" sldId="1516"/>
            <ac:spMk id="2" creationId="{AA004E39-B497-D7A0-8358-48DD87387A7F}"/>
          </ac:spMkLst>
        </pc:spChg>
        <pc:spChg chg="mod">
          <ac:chgData name="dev balyan" userId="b58c3dbcc75ad324" providerId="Windows Live" clId="Web-{B0B3FF6E-9745-CE23-4D92-DAFD3E119D36}" dt="2026-05-05T22:25:55.033" v="2307" actId="1076"/>
          <ac:spMkLst>
            <pc:docMk/>
            <pc:sldMk cId="3908790204" sldId="1516"/>
            <ac:spMk id="3" creationId="{03672E00-7A98-BE5C-2E6B-A5AC56875081}"/>
          </ac:spMkLst>
        </pc:spChg>
        <pc:spChg chg="add mod">
          <ac:chgData name="dev balyan" userId="b58c3dbcc75ad324" providerId="Windows Live" clId="Web-{B0B3FF6E-9745-CE23-4D92-DAFD3E119D36}" dt="2026-05-05T22:26:40.583" v="2322" actId="14100"/>
          <ac:spMkLst>
            <pc:docMk/>
            <pc:sldMk cId="3908790204" sldId="1516"/>
            <ac:spMk id="4" creationId="{F7CD961F-6D79-7A76-B557-7D9D95BEF4AD}"/>
          </ac:spMkLst>
        </pc:spChg>
        <pc:spChg chg="add mod">
          <ac:chgData name="dev balyan" userId="b58c3dbcc75ad324" providerId="Windows Live" clId="Web-{B0B3FF6E-9745-CE23-4D92-DAFD3E119D36}" dt="2026-05-05T22:27:29.132" v="2339" actId="20577"/>
          <ac:spMkLst>
            <pc:docMk/>
            <pc:sldMk cId="3908790204" sldId="1516"/>
            <ac:spMk id="5" creationId="{6471487B-BC18-EA5D-2E59-C17CC2DF7736}"/>
          </ac:spMkLst>
        </pc:spChg>
      </pc:sldChg>
      <pc:sldChg chg="addSp modSp new">
        <pc:chgData name="dev balyan" userId="b58c3dbcc75ad324" providerId="Windows Live" clId="Web-{B0B3FF6E-9745-CE23-4D92-DAFD3E119D36}" dt="2026-05-05T22:31:49.813" v="2357" actId="1076"/>
        <pc:sldMkLst>
          <pc:docMk/>
          <pc:sldMk cId="2934401831" sldId="1517"/>
        </pc:sldMkLst>
        <pc:spChg chg="mod">
          <ac:chgData name="dev balyan" userId="b58c3dbcc75ad324" providerId="Windows Live" clId="Web-{B0B3FF6E-9745-CE23-4D92-DAFD3E119D36}" dt="2026-05-05T22:30:47.718" v="2342" actId="1076"/>
          <ac:spMkLst>
            <pc:docMk/>
            <pc:sldMk cId="2934401831" sldId="1517"/>
            <ac:spMk id="2" creationId="{8B766298-908A-2F57-8308-D71075E0983D}"/>
          </ac:spMkLst>
        </pc:spChg>
        <pc:spChg chg="mod">
          <ac:chgData name="dev balyan" userId="b58c3dbcc75ad324" providerId="Windows Live" clId="Web-{B0B3FF6E-9745-CE23-4D92-DAFD3E119D36}" dt="2026-05-05T22:30:52.577" v="2344" actId="1076"/>
          <ac:spMkLst>
            <pc:docMk/>
            <pc:sldMk cId="2934401831" sldId="1517"/>
            <ac:spMk id="3" creationId="{263EE241-C574-97E3-A84D-E443B972A25F}"/>
          </ac:spMkLst>
        </pc:spChg>
        <pc:spChg chg="add mod">
          <ac:chgData name="dev balyan" userId="b58c3dbcc75ad324" providerId="Windows Live" clId="Web-{B0B3FF6E-9745-CE23-4D92-DAFD3E119D36}" dt="2026-05-05T22:31:49.813" v="2357" actId="1076"/>
          <ac:spMkLst>
            <pc:docMk/>
            <pc:sldMk cId="2934401831" sldId="1517"/>
            <ac:spMk id="4" creationId="{9ED956B0-31CE-41E2-7471-701BFF757068}"/>
          </ac:spMkLst>
        </pc:spChg>
      </pc:sldChg>
    </pc:docChg>
  </pc:docChgLst>
  <pc:docChgLst>
    <pc:chgData name="Chandra Mouli Kotta kota" userId="5fe5cc5c0dc36bb4" providerId="LiveId" clId="{14693061-018D-4BFC-863A-740DC1BB17C0}"/>
    <pc:docChg chg="delSld modSld">
      <pc:chgData name="Chandra Mouli Kotta kota" userId="5fe5cc5c0dc36bb4" providerId="LiveId" clId="{14693061-018D-4BFC-863A-740DC1BB17C0}" dt="2026-04-24T06:14:35.144" v="3" actId="1076"/>
      <pc:docMkLst>
        <pc:docMk/>
      </pc:docMkLst>
      <pc:sldMasterChg chg="delSldLayout">
        <pc:chgData name="Chandra Mouli Kotta kota" userId="5fe5cc5c0dc36bb4" providerId="LiveId" clId="{14693061-018D-4BFC-863A-740DC1BB17C0}" dt="2026-04-24T06:14:22.386" v="0" actId="47"/>
        <pc:sldMasterMkLst>
          <pc:docMk/>
          <pc:sldMasterMk cId="109456712" sldId="2147483660"/>
        </pc:sldMasterMkLst>
      </pc:sldMaster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EA4D131-B4EE-4A91-996C-3F4EB1A6DD05}" type="doc">
      <dgm:prSet loTypeId="urn:microsoft.com/office/officeart/2008/layout/HalfCircleOrganizationChart" loCatId="hierarchy" qsTypeId="urn:microsoft.com/office/officeart/2005/8/quickstyle/simple1" qsCatId="simple" csTypeId="urn:microsoft.com/office/officeart/2005/8/colors/colorful3" csCatId="colorful"/>
      <dgm:spPr/>
      <dgm:t>
        <a:bodyPr/>
        <a:lstStyle/>
        <a:p>
          <a:endParaRPr lang="en-IN"/>
        </a:p>
      </dgm:t>
    </dgm:pt>
    <dgm:pt modelId="{9401F8BF-C72D-4001-B799-F9A79386B12F}">
      <dgm:prSet/>
      <dgm:spPr/>
      <dgm:t>
        <a:bodyPr/>
        <a:lstStyle/>
        <a:p>
          <a:r>
            <a:rPr lang="en-IN" dirty="0"/>
            <a:t>Customer Demographics </a:t>
          </a:r>
        </a:p>
      </dgm:t>
    </dgm:pt>
    <dgm:pt modelId="{4F5845DE-1B82-4C25-BA7B-F0DDCD8C5095}" type="parTrans" cxnId="{1E5E81AA-6914-4F52-BA5A-ADE5140C07C8}">
      <dgm:prSet/>
      <dgm:spPr/>
      <dgm:t>
        <a:bodyPr/>
        <a:lstStyle/>
        <a:p>
          <a:endParaRPr lang="en-IN"/>
        </a:p>
      </dgm:t>
    </dgm:pt>
    <dgm:pt modelId="{452548AE-2C08-450C-AE22-F54CCEF8B05B}" type="sibTrans" cxnId="{1E5E81AA-6914-4F52-BA5A-ADE5140C07C8}">
      <dgm:prSet/>
      <dgm:spPr/>
      <dgm:t>
        <a:bodyPr/>
        <a:lstStyle/>
        <a:p>
          <a:endParaRPr lang="en-IN"/>
        </a:p>
      </dgm:t>
    </dgm:pt>
    <dgm:pt modelId="{C9E4CBAD-09FA-48D9-86D0-016D94FC0378}">
      <dgm:prSet/>
      <dgm:spPr/>
      <dgm:t>
        <a:bodyPr/>
        <a:lstStyle/>
        <a:p>
          <a:r>
            <a:rPr lang="en-IN"/>
            <a:t>Account Analysis </a:t>
          </a:r>
        </a:p>
      </dgm:t>
    </dgm:pt>
    <dgm:pt modelId="{3D0FC6DA-2283-4E1A-8DC9-ECAE68059D72}" type="parTrans" cxnId="{C10214AD-548F-45AA-8765-EE8D36E02329}">
      <dgm:prSet/>
      <dgm:spPr/>
      <dgm:t>
        <a:bodyPr/>
        <a:lstStyle/>
        <a:p>
          <a:endParaRPr lang="en-IN"/>
        </a:p>
      </dgm:t>
    </dgm:pt>
    <dgm:pt modelId="{DBC28E25-306D-4F09-819A-B9CCF5F13C4A}" type="sibTrans" cxnId="{C10214AD-548F-45AA-8765-EE8D36E02329}">
      <dgm:prSet/>
      <dgm:spPr/>
      <dgm:t>
        <a:bodyPr/>
        <a:lstStyle/>
        <a:p>
          <a:endParaRPr lang="en-IN"/>
        </a:p>
      </dgm:t>
    </dgm:pt>
    <dgm:pt modelId="{5854B721-8210-4440-9DFD-E9B456D52542}">
      <dgm:prSet/>
      <dgm:spPr/>
      <dgm:t>
        <a:bodyPr/>
        <a:lstStyle/>
        <a:p>
          <a:r>
            <a:rPr lang="en-IN"/>
            <a:t>Transaction Analysis </a:t>
          </a:r>
        </a:p>
      </dgm:t>
    </dgm:pt>
    <dgm:pt modelId="{62E8009D-E8BB-4E3A-85FD-88D298A12114}" type="parTrans" cxnId="{86328E71-4B4C-4C2A-8F53-CA1D68203CAD}">
      <dgm:prSet/>
      <dgm:spPr/>
      <dgm:t>
        <a:bodyPr/>
        <a:lstStyle/>
        <a:p>
          <a:endParaRPr lang="en-IN"/>
        </a:p>
      </dgm:t>
    </dgm:pt>
    <dgm:pt modelId="{09D6F499-D895-4096-9436-235A0D885C7D}" type="sibTrans" cxnId="{86328E71-4B4C-4C2A-8F53-CA1D68203CAD}">
      <dgm:prSet/>
      <dgm:spPr/>
      <dgm:t>
        <a:bodyPr/>
        <a:lstStyle/>
        <a:p>
          <a:endParaRPr lang="en-IN"/>
        </a:p>
      </dgm:t>
    </dgm:pt>
    <dgm:pt modelId="{D8631B06-3D9F-45BF-933D-86D409A93D00}">
      <dgm:prSet/>
      <dgm:spPr/>
      <dgm:t>
        <a:bodyPr/>
        <a:lstStyle/>
        <a:p>
          <a:r>
            <a:rPr lang="en-IN"/>
            <a:t>Loan Analysis </a:t>
          </a:r>
        </a:p>
      </dgm:t>
    </dgm:pt>
    <dgm:pt modelId="{AAD603E9-82E3-437A-A1FA-67F90A40806C}" type="parTrans" cxnId="{1150732A-D863-4552-9A26-9F7B28217FF0}">
      <dgm:prSet/>
      <dgm:spPr/>
      <dgm:t>
        <a:bodyPr/>
        <a:lstStyle/>
        <a:p>
          <a:endParaRPr lang="en-IN"/>
        </a:p>
      </dgm:t>
    </dgm:pt>
    <dgm:pt modelId="{9A483F8A-CDD3-4D20-903D-7C39CB8C7F70}" type="sibTrans" cxnId="{1150732A-D863-4552-9A26-9F7B28217FF0}">
      <dgm:prSet/>
      <dgm:spPr/>
      <dgm:t>
        <a:bodyPr/>
        <a:lstStyle/>
        <a:p>
          <a:endParaRPr lang="en-IN"/>
        </a:p>
      </dgm:t>
    </dgm:pt>
    <dgm:pt modelId="{613F12A2-0389-4FD4-B4D3-CF2421359B11}">
      <dgm:prSet/>
      <dgm:spPr/>
      <dgm:t>
        <a:bodyPr/>
        <a:lstStyle/>
        <a:p>
          <a:r>
            <a:rPr lang="en-IN"/>
            <a:t>Card Analysis </a:t>
          </a:r>
        </a:p>
      </dgm:t>
    </dgm:pt>
    <dgm:pt modelId="{2321CEFB-A4AA-458D-9C16-800A2FD0D850}" type="parTrans" cxnId="{A9F74679-0B85-40CB-BE10-6FD95D05F9A0}">
      <dgm:prSet/>
      <dgm:spPr/>
      <dgm:t>
        <a:bodyPr/>
        <a:lstStyle/>
        <a:p>
          <a:endParaRPr lang="en-IN"/>
        </a:p>
      </dgm:t>
    </dgm:pt>
    <dgm:pt modelId="{2BC16B12-4D6D-4717-A038-AE927B0B64A9}" type="sibTrans" cxnId="{A9F74679-0B85-40CB-BE10-6FD95D05F9A0}">
      <dgm:prSet/>
      <dgm:spPr/>
      <dgm:t>
        <a:bodyPr/>
        <a:lstStyle/>
        <a:p>
          <a:endParaRPr lang="en-IN"/>
        </a:p>
      </dgm:t>
    </dgm:pt>
    <dgm:pt modelId="{0BBC3F71-EA30-4B7E-A4B6-32ED0693D32F}">
      <dgm:prSet/>
      <dgm:spPr/>
      <dgm:t>
        <a:bodyPr/>
        <a:lstStyle/>
        <a:p>
          <a:r>
            <a:rPr lang="en-IN"/>
            <a:t>District Analysis </a:t>
          </a:r>
        </a:p>
      </dgm:t>
    </dgm:pt>
    <dgm:pt modelId="{2793E97B-51CF-4538-AEAB-156192F1F0D7}" type="parTrans" cxnId="{5B313585-1F4A-40F0-927C-D5A7448AE353}">
      <dgm:prSet/>
      <dgm:spPr/>
      <dgm:t>
        <a:bodyPr/>
        <a:lstStyle/>
        <a:p>
          <a:endParaRPr lang="en-IN"/>
        </a:p>
      </dgm:t>
    </dgm:pt>
    <dgm:pt modelId="{B1C14C71-9C68-46AB-B6C4-FABF7C5F21F4}" type="sibTrans" cxnId="{5B313585-1F4A-40F0-927C-D5A7448AE353}">
      <dgm:prSet/>
      <dgm:spPr/>
      <dgm:t>
        <a:bodyPr/>
        <a:lstStyle/>
        <a:p>
          <a:endParaRPr lang="en-IN"/>
        </a:p>
      </dgm:t>
    </dgm:pt>
    <dgm:pt modelId="{584A9782-6AE2-4508-95D4-128183FFA1FF}" type="pres">
      <dgm:prSet presAssocID="{2EA4D131-B4EE-4A91-996C-3F4EB1A6DD05}" presName="Name0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01E0D5A3-CCA2-477D-8D46-CDDF5BA7D510}" type="pres">
      <dgm:prSet presAssocID="{9401F8BF-C72D-4001-B799-F9A79386B12F}" presName="hierRoot1" presStyleCnt="0">
        <dgm:presLayoutVars>
          <dgm:hierBranch val="init"/>
        </dgm:presLayoutVars>
      </dgm:prSet>
      <dgm:spPr/>
    </dgm:pt>
    <dgm:pt modelId="{7FB844BD-8F50-4710-B5D2-0CC56BE2D472}" type="pres">
      <dgm:prSet presAssocID="{9401F8BF-C72D-4001-B799-F9A79386B12F}" presName="rootComposite1" presStyleCnt="0"/>
      <dgm:spPr/>
    </dgm:pt>
    <dgm:pt modelId="{DFB026EA-1FB1-4BFE-98F4-E66E1D0EA085}" type="pres">
      <dgm:prSet presAssocID="{9401F8BF-C72D-4001-B799-F9A79386B12F}" presName="rootText1" presStyleLbl="alignAcc1" presStyleIdx="0" presStyleCnt="0">
        <dgm:presLayoutVars>
          <dgm:chPref val="3"/>
        </dgm:presLayoutVars>
      </dgm:prSet>
      <dgm:spPr/>
    </dgm:pt>
    <dgm:pt modelId="{D860820F-1D91-4CBB-8526-C3E5BFF349F9}" type="pres">
      <dgm:prSet presAssocID="{9401F8BF-C72D-4001-B799-F9A79386B12F}" presName="topArc1" presStyleLbl="parChTrans1D1" presStyleIdx="0" presStyleCnt="12"/>
      <dgm:spPr/>
    </dgm:pt>
    <dgm:pt modelId="{B5C8ABE0-D19C-4E60-942E-32AD4033AB85}" type="pres">
      <dgm:prSet presAssocID="{9401F8BF-C72D-4001-B799-F9A79386B12F}" presName="bottomArc1" presStyleLbl="parChTrans1D1" presStyleIdx="1" presStyleCnt="12"/>
      <dgm:spPr/>
    </dgm:pt>
    <dgm:pt modelId="{5833BB27-9F8F-403C-B538-5A3198B2F49E}" type="pres">
      <dgm:prSet presAssocID="{9401F8BF-C72D-4001-B799-F9A79386B12F}" presName="topConnNode1" presStyleLbl="node1" presStyleIdx="0" presStyleCnt="0"/>
      <dgm:spPr/>
    </dgm:pt>
    <dgm:pt modelId="{EF2658B4-411C-4ABF-9444-E4E5AF05E874}" type="pres">
      <dgm:prSet presAssocID="{9401F8BF-C72D-4001-B799-F9A79386B12F}" presName="hierChild2" presStyleCnt="0"/>
      <dgm:spPr/>
    </dgm:pt>
    <dgm:pt modelId="{E03556FE-4582-47E8-B49F-F097E6191910}" type="pres">
      <dgm:prSet presAssocID="{9401F8BF-C72D-4001-B799-F9A79386B12F}" presName="hierChild3" presStyleCnt="0"/>
      <dgm:spPr/>
    </dgm:pt>
    <dgm:pt modelId="{DA45A2A3-7CA0-4BC5-936A-F9282A290F8C}" type="pres">
      <dgm:prSet presAssocID="{C9E4CBAD-09FA-48D9-86D0-016D94FC0378}" presName="hierRoot1" presStyleCnt="0">
        <dgm:presLayoutVars>
          <dgm:hierBranch val="init"/>
        </dgm:presLayoutVars>
      </dgm:prSet>
      <dgm:spPr/>
    </dgm:pt>
    <dgm:pt modelId="{3B89C5C9-65F0-4D54-B4AD-AC8BF70450F0}" type="pres">
      <dgm:prSet presAssocID="{C9E4CBAD-09FA-48D9-86D0-016D94FC0378}" presName="rootComposite1" presStyleCnt="0"/>
      <dgm:spPr/>
    </dgm:pt>
    <dgm:pt modelId="{8C4716DE-1418-4313-A701-52975E555AA8}" type="pres">
      <dgm:prSet presAssocID="{C9E4CBAD-09FA-48D9-86D0-016D94FC0378}" presName="rootText1" presStyleLbl="alignAcc1" presStyleIdx="0" presStyleCnt="0">
        <dgm:presLayoutVars>
          <dgm:chPref val="3"/>
        </dgm:presLayoutVars>
      </dgm:prSet>
      <dgm:spPr/>
    </dgm:pt>
    <dgm:pt modelId="{9DB84CBD-CF0E-47E5-86DD-DC64307C11BC}" type="pres">
      <dgm:prSet presAssocID="{C9E4CBAD-09FA-48D9-86D0-016D94FC0378}" presName="topArc1" presStyleLbl="parChTrans1D1" presStyleIdx="2" presStyleCnt="12"/>
      <dgm:spPr/>
    </dgm:pt>
    <dgm:pt modelId="{09661298-451E-4FE0-9DDF-430993C9B4D3}" type="pres">
      <dgm:prSet presAssocID="{C9E4CBAD-09FA-48D9-86D0-016D94FC0378}" presName="bottomArc1" presStyleLbl="parChTrans1D1" presStyleIdx="3" presStyleCnt="12"/>
      <dgm:spPr/>
    </dgm:pt>
    <dgm:pt modelId="{8ED4FDD6-F4F1-42A8-8187-3851777F874C}" type="pres">
      <dgm:prSet presAssocID="{C9E4CBAD-09FA-48D9-86D0-016D94FC0378}" presName="topConnNode1" presStyleLbl="node1" presStyleIdx="0" presStyleCnt="0"/>
      <dgm:spPr/>
    </dgm:pt>
    <dgm:pt modelId="{B22D6BB4-0E18-495B-815B-A28F7E991B13}" type="pres">
      <dgm:prSet presAssocID="{C9E4CBAD-09FA-48D9-86D0-016D94FC0378}" presName="hierChild2" presStyleCnt="0"/>
      <dgm:spPr/>
    </dgm:pt>
    <dgm:pt modelId="{52A13034-C886-4C39-831E-48988DC1579E}" type="pres">
      <dgm:prSet presAssocID="{C9E4CBAD-09FA-48D9-86D0-016D94FC0378}" presName="hierChild3" presStyleCnt="0"/>
      <dgm:spPr/>
    </dgm:pt>
    <dgm:pt modelId="{6F0C2307-81F6-40E6-AB1C-79760EB6780F}" type="pres">
      <dgm:prSet presAssocID="{5854B721-8210-4440-9DFD-E9B456D52542}" presName="hierRoot1" presStyleCnt="0">
        <dgm:presLayoutVars>
          <dgm:hierBranch val="init"/>
        </dgm:presLayoutVars>
      </dgm:prSet>
      <dgm:spPr/>
    </dgm:pt>
    <dgm:pt modelId="{46235C17-45AA-411D-88F8-CE20EB294F21}" type="pres">
      <dgm:prSet presAssocID="{5854B721-8210-4440-9DFD-E9B456D52542}" presName="rootComposite1" presStyleCnt="0"/>
      <dgm:spPr/>
    </dgm:pt>
    <dgm:pt modelId="{5A5360A9-119B-4DB9-B8CB-E8535DE10303}" type="pres">
      <dgm:prSet presAssocID="{5854B721-8210-4440-9DFD-E9B456D52542}" presName="rootText1" presStyleLbl="alignAcc1" presStyleIdx="0" presStyleCnt="0">
        <dgm:presLayoutVars>
          <dgm:chPref val="3"/>
        </dgm:presLayoutVars>
      </dgm:prSet>
      <dgm:spPr/>
    </dgm:pt>
    <dgm:pt modelId="{0288BEB3-AE9C-47C3-BF63-BAA4C0F844C1}" type="pres">
      <dgm:prSet presAssocID="{5854B721-8210-4440-9DFD-E9B456D52542}" presName="topArc1" presStyleLbl="parChTrans1D1" presStyleIdx="4" presStyleCnt="12"/>
      <dgm:spPr/>
    </dgm:pt>
    <dgm:pt modelId="{0B8590F7-C1C8-4C73-BF22-D9A35E5DE8AC}" type="pres">
      <dgm:prSet presAssocID="{5854B721-8210-4440-9DFD-E9B456D52542}" presName="bottomArc1" presStyleLbl="parChTrans1D1" presStyleIdx="5" presStyleCnt="12"/>
      <dgm:spPr/>
    </dgm:pt>
    <dgm:pt modelId="{1B645843-74B1-49ED-BB6F-78C5E37FB521}" type="pres">
      <dgm:prSet presAssocID="{5854B721-8210-4440-9DFD-E9B456D52542}" presName="topConnNode1" presStyleLbl="node1" presStyleIdx="0" presStyleCnt="0"/>
      <dgm:spPr/>
    </dgm:pt>
    <dgm:pt modelId="{D3C584D8-CB66-4E57-8EA9-ED7E297F2ACE}" type="pres">
      <dgm:prSet presAssocID="{5854B721-8210-4440-9DFD-E9B456D52542}" presName="hierChild2" presStyleCnt="0"/>
      <dgm:spPr/>
    </dgm:pt>
    <dgm:pt modelId="{53FE0A34-1A10-450B-B19F-8B40895DDEC6}" type="pres">
      <dgm:prSet presAssocID="{5854B721-8210-4440-9DFD-E9B456D52542}" presName="hierChild3" presStyleCnt="0"/>
      <dgm:spPr/>
    </dgm:pt>
    <dgm:pt modelId="{BAC51F49-997A-4711-934C-4681DEFE9F33}" type="pres">
      <dgm:prSet presAssocID="{D8631B06-3D9F-45BF-933D-86D409A93D00}" presName="hierRoot1" presStyleCnt="0">
        <dgm:presLayoutVars>
          <dgm:hierBranch val="init"/>
        </dgm:presLayoutVars>
      </dgm:prSet>
      <dgm:spPr/>
    </dgm:pt>
    <dgm:pt modelId="{0D3DA9C2-E944-460C-967B-08C428C5334D}" type="pres">
      <dgm:prSet presAssocID="{D8631B06-3D9F-45BF-933D-86D409A93D00}" presName="rootComposite1" presStyleCnt="0"/>
      <dgm:spPr/>
    </dgm:pt>
    <dgm:pt modelId="{9B4B989F-5F3D-403C-BED3-5A7C13E616FB}" type="pres">
      <dgm:prSet presAssocID="{D8631B06-3D9F-45BF-933D-86D409A93D00}" presName="rootText1" presStyleLbl="alignAcc1" presStyleIdx="0" presStyleCnt="0">
        <dgm:presLayoutVars>
          <dgm:chPref val="3"/>
        </dgm:presLayoutVars>
      </dgm:prSet>
      <dgm:spPr/>
    </dgm:pt>
    <dgm:pt modelId="{884E954B-D781-4D7C-AFE3-63494CCD5336}" type="pres">
      <dgm:prSet presAssocID="{D8631B06-3D9F-45BF-933D-86D409A93D00}" presName="topArc1" presStyleLbl="parChTrans1D1" presStyleIdx="6" presStyleCnt="12"/>
      <dgm:spPr/>
    </dgm:pt>
    <dgm:pt modelId="{B1513B49-84E4-4C16-B9D1-B321776342D8}" type="pres">
      <dgm:prSet presAssocID="{D8631B06-3D9F-45BF-933D-86D409A93D00}" presName="bottomArc1" presStyleLbl="parChTrans1D1" presStyleIdx="7" presStyleCnt="12"/>
      <dgm:spPr/>
    </dgm:pt>
    <dgm:pt modelId="{5ACC58AA-2D17-4556-8B88-1275699BDA69}" type="pres">
      <dgm:prSet presAssocID="{D8631B06-3D9F-45BF-933D-86D409A93D00}" presName="topConnNode1" presStyleLbl="node1" presStyleIdx="0" presStyleCnt="0"/>
      <dgm:spPr/>
    </dgm:pt>
    <dgm:pt modelId="{997F542D-9611-4FDC-A093-EFF1304F6EED}" type="pres">
      <dgm:prSet presAssocID="{D8631B06-3D9F-45BF-933D-86D409A93D00}" presName="hierChild2" presStyleCnt="0"/>
      <dgm:spPr/>
    </dgm:pt>
    <dgm:pt modelId="{4960A9D8-8B17-4743-ADE5-4F4F2C375827}" type="pres">
      <dgm:prSet presAssocID="{D8631B06-3D9F-45BF-933D-86D409A93D00}" presName="hierChild3" presStyleCnt="0"/>
      <dgm:spPr/>
    </dgm:pt>
    <dgm:pt modelId="{053F11AF-717B-4F36-968D-0CB4164DB7D4}" type="pres">
      <dgm:prSet presAssocID="{613F12A2-0389-4FD4-B4D3-CF2421359B11}" presName="hierRoot1" presStyleCnt="0">
        <dgm:presLayoutVars>
          <dgm:hierBranch val="init"/>
        </dgm:presLayoutVars>
      </dgm:prSet>
      <dgm:spPr/>
    </dgm:pt>
    <dgm:pt modelId="{C3BDD750-39D6-481E-98FE-7843A3D666E3}" type="pres">
      <dgm:prSet presAssocID="{613F12A2-0389-4FD4-B4D3-CF2421359B11}" presName="rootComposite1" presStyleCnt="0"/>
      <dgm:spPr/>
    </dgm:pt>
    <dgm:pt modelId="{9A47CE00-5459-465A-9DFF-8EA95A1E8CE0}" type="pres">
      <dgm:prSet presAssocID="{613F12A2-0389-4FD4-B4D3-CF2421359B11}" presName="rootText1" presStyleLbl="alignAcc1" presStyleIdx="0" presStyleCnt="0">
        <dgm:presLayoutVars>
          <dgm:chPref val="3"/>
        </dgm:presLayoutVars>
      </dgm:prSet>
      <dgm:spPr/>
    </dgm:pt>
    <dgm:pt modelId="{E8DF591D-E0E2-40D6-8FFB-A401E6DFACF4}" type="pres">
      <dgm:prSet presAssocID="{613F12A2-0389-4FD4-B4D3-CF2421359B11}" presName="topArc1" presStyleLbl="parChTrans1D1" presStyleIdx="8" presStyleCnt="12"/>
      <dgm:spPr/>
    </dgm:pt>
    <dgm:pt modelId="{4D719FD4-E776-45D8-989A-4B895FF601E9}" type="pres">
      <dgm:prSet presAssocID="{613F12A2-0389-4FD4-B4D3-CF2421359B11}" presName="bottomArc1" presStyleLbl="parChTrans1D1" presStyleIdx="9" presStyleCnt="12"/>
      <dgm:spPr/>
    </dgm:pt>
    <dgm:pt modelId="{72315820-A374-4FE1-9C3E-63F1B9134665}" type="pres">
      <dgm:prSet presAssocID="{613F12A2-0389-4FD4-B4D3-CF2421359B11}" presName="topConnNode1" presStyleLbl="node1" presStyleIdx="0" presStyleCnt="0"/>
      <dgm:spPr/>
    </dgm:pt>
    <dgm:pt modelId="{A50D4EE7-EC9C-406E-8FFB-EDE5936E36C1}" type="pres">
      <dgm:prSet presAssocID="{613F12A2-0389-4FD4-B4D3-CF2421359B11}" presName="hierChild2" presStyleCnt="0"/>
      <dgm:spPr/>
    </dgm:pt>
    <dgm:pt modelId="{036DE271-1990-434C-86C1-A0D2C262DE6F}" type="pres">
      <dgm:prSet presAssocID="{613F12A2-0389-4FD4-B4D3-CF2421359B11}" presName="hierChild3" presStyleCnt="0"/>
      <dgm:spPr/>
    </dgm:pt>
    <dgm:pt modelId="{9D4FB4CD-6158-4340-8675-A386D61AD6CB}" type="pres">
      <dgm:prSet presAssocID="{0BBC3F71-EA30-4B7E-A4B6-32ED0693D32F}" presName="hierRoot1" presStyleCnt="0">
        <dgm:presLayoutVars>
          <dgm:hierBranch val="init"/>
        </dgm:presLayoutVars>
      </dgm:prSet>
      <dgm:spPr/>
    </dgm:pt>
    <dgm:pt modelId="{BF6F163F-24DF-4A7F-8C14-44A299398ED4}" type="pres">
      <dgm:prSet presAssocID="{0BBC3F71-EA30-4B7E-A4B6-32ED0693D32F}" presName="rootComposite1" presStyleCnt="0"/>
      <dgm:spPr/>
    </dgm:pt>
    <dgm:pt modelId="{721E5573-00A4-4BB0-8B33-0ED7701F653A}" type="pres">
      <dgm:prSet presAssocID="{0BBC3F71-EA30-4B7E-A4B6-32ED0693D32F}" presName="rootText1" presStyleLbl="alignAcc1" presStyleIdx="0" presStyleCnt="0">
        <dgm:presLayoutVars>
          <dgm:chPref val="3"/>
        </dgm:presLayoutVars>
      </dgm:prSet>
      <dgm:spPr/>
    </dgm:pt>
    <dgm:pt modelId="{2C7572D0-9D3C-4955-B976-D5EFB6F8E20B}" type="pres">
      <dgm:prSet presAssocID="{0BBC3F71-EA30-4B7E-A4B6-32ED0693D32F}" presName="topArc1" presStyleLbl="parChTrans1D1" presStyleIdx="10" presStyleCnt="12"/>
      <dgm:spPr/>
    </dgm:pt>
    <dgm:pt modelId="{FC5DD241-DAD4-48AE-9067-06DF22FAE66A}" type="pres">
      <dgm:prSet presAssocID="{0BBC3F71-EA30-4B7E-A4B6-32ED0693D32F}" presName="bottomArc1" presStyleLbl="parChTrans1D1" presStyleIdx="11" presStyleCnt="12"/>
      <dgm:spPr/>
    </dgm:pt>
    <dgm:pt modelId="{FF2DFA87-4B7D-483D-9577-BD7C74335682}" type="pres">
      <dgm:prSet presAssocID="{0BBC3F71-EA30-4B7E-A4B6-32ED0693D32F}" presName="topConnNode1" presStyleLbl="node1" presStyleIdx="0" presStyleCnt="0"/>
      <dgm:spPr/>
    </dgm:pt>
    <dgm:pt modelId="{5F64846F-994F-49DE-B4D9-DCB606CD7720}" type="pres">
      <dgm:prSet presAssocID="{0BBC3F71-EA30-4B7E-A4B6-32ED0693D32F}" presName="hierChild2" presStyleCnt="0"/>
      <dgm:spPr/>
    </dgm:pt>
    <dgm:pt modelId="{9FE88623-D130-4889-9FF4-DF159997F267}" type="pres">
      <dgm:prSet presAssocID="{0BBC3F71-EA30-4B7E-A4B6-32ED0693D32F}" presName="hierChild3" presStyleCnt="0"/>
      <dgm:spPr/>
    </dgm:pt>
  </dgm:ptLst>
  <dgm:cxnLst>
    <dgm:cxn modelId="{D3081907-2CD3-43ED-AD09-BDECCF46C5BD}" type="presOf" srcId="{D8631B06-3D9F-45BF-933D-86D409A93D00}" destId="{9B4B989F-5F3D-403C-BED3-5A7C13E616FB}" srcOrd="0" destOrd="0" presId="urn:microsoft.com/office/officeart/2008/layout/HalfCircleOrganizationChart"/>
    <dgm:cxn modelId="{BD34F210-EC05-4AEF-BDCA-345D94C93245}" type="presOf" srcId="{5854B721-8210-4440-9DFD-E9B456D52542}" destId="{1B645843-74B1-49ED-BB6F-78C5E37FB521}" srcOrd="1" destOrd="0" presId="urn:microsoft.com/office/officeart/2008/layout/HalfCircleOrganizationChart"/>
    <dgm:cxn modelId="{BAF30616-5FBA-4B26-A9BF-0823DDC1270C}" type="presOf" srcId="{5854B721-8210-4440-9DFD-E9B456D52542}" destId="{5A5360A9-119B-4DB9-B8CB-E8535DE10303}" srcOrd="0" destOrd="0" presId="urn:microsoft.com/office/officeart/2008/layout/HalfCircleOrganizationChart"/>
    <dgm:cxn modelId="{1150732A-D863-4552-9A26-9F7B28217FF0}" srcId="{2EA4D131-B4EE-4A91-996C-3F4EB1A6DD05}" destId="{D8631B06-3D9F-45BF-933D-86D409A93D00}" srcOrd="3" destOrd="0" parTransId="{AAD603E9-82E3-437A-A1FA-67F90A40806C}" sibTransId="{9A483F8A-CDD3-4D20-903D-7C39CB8C7F70}"/>
    <dgm:cxn modelId="{EA541D33-65EA-4A2A-807B-56FA05D4D5E8}" type="presOf" srcId="{613F12A2-0389-4FD4-B4D3-CF2421359B11}" destId="{9A47CE00-5459-465A-9DFF-8EA95A1E8CE0}" srcOrd="0" destOrd="0" presId="urn:microsoft.com/office/officeart/2008/layout/HalfCircleOrganizationChart"/>
    <dgm:cxn modelId="{31A4E16C-041F-40B2-92D3-AFD6754E5470}" type="presOf" srcId="{613F12A2-0389-4FD4-B4D3-CF2421359B11}" destId="{72315820-A374-4FE1-9C3E-63F1B9134665}" srcOrd="1" destOrd="0" presId="urn:microsoft.com/office/officeart/2008/layout/HalfCircleOrganizationChart"/>
    <dgm:cxn modelId="{86328E71-4B4C-4C2A-8F53-CA1D68203CAD}" srcId="{2EA4D131-B4EE-4A91-996C-3F4EB1A6DD05}" destId="{5854B721-8210-4440-9DFD-E9B456D52542}" srcOrd="2" destOrd="0" parTransId="{62E8009D-E8BB-4E3A-85FD-88D298A12114}" sibTransId="{09D6F499-D895-4096-9436-235A0D885C7D}"/>
    <dgm:cxn modelId="{A9F74679-0B85-40CB-BE10-6FD95D05F9A0}" srcId="{2EA4D131-B4EE-4A91-996C-3F4EB1A6DD05}" destId="{613F12A2-0389-4FD4-B4D3-CF2421359B11}" srcOrd="4" destOrd="0" parTransId="{2321CEFB-A4AA-458D-9C16-800A2FD0D850}" sibTransId="{2BC16B12-4D6D-4717-A038-AE927B0B64A9}"/>
    <dgm:cxn modelId="{5B313585-1F4A-40F0-927C-D5A7448AE353}" srcId="{2EA4D131-B4EE-4A91-996C-3F4EB1A6DD05}" destId="{0BBC3F71-EA30-4B7E-A4B6-32ED0693D32F}" srcOrd="5" destOrd="0" parTransId="{2793E97B-51CF-4538-AEAB-156192F1F0D7}" sibTransId="{B1C14C71-9C68-46AB-B6C4-FABF7C5F21F4}"/>
    <dgm:cxn modelId="{ECECF185-1081-4F3D-801D-04CD0BF2DC94}" type="presOf" srcId="{9401F8BF-C72D-4001-B799-F9A79386B12F}" destId="{DFB026EA-1FB1-4BFE-98F4-E66E1D0EA085}" srcOrd="0" destOrd="0" presId="urn:microsoft.com/office/officeart/2008/layout/HalfCircleOrganizationChart"/>
    <dgm:cxn modelId="{D79CD695-31DA-409A-BCE5-8AD69AC55EE1}" type="presOf" srcId="{9401F8BF-C72D-4001-B799-F9A79386B12F}" destId="{5833BB27-9F8F-403C-B538-5A3198B2F49E}" srcOrd="1" destOrd="0" presId="urn:microsoft.com/office/officeart/2008/layout/HalfCircleOrganizationChart"/>
    <dgm:cxn modelId="{1E5E81AA-6914-4F52-BA5A-ADE5140C07C8}" srcId="{2EA4D131-B4EE-4A91-996C-3F4EB1A6DD05}" destId="{9401F8BF-C72D-4001-B799-F9A79386B12F}" srcOrd="0" destOrd="0" parTransId="{4F5845DE-1B82-4C25-BA7B-F0DDCD8C5095}" sibTransId="{452548AE-2C08-450C-AE22-F54CCEF8B05B}"/>
    <dgm:cxn modelId="{C10214AD-548F-45AA-8765-EE8D36E02329}" srcId="{2EA4D131-B4EE-4A91-996C-3F4EB1A6DD05}" destId="{C9E4CBAD-09FA-48D9-86D0-016D94FC0378}" srcOrd="1" destOrd="0" parTransId="{3D0FC6DA-2283-4E1A-8DC9-ECAE68059D72}" sibTransId="{DBC28E25-306D-4F09-819A-B9CCF5F13C4A}"/>
    <dgm:cxn modelId="{F2EAB7B3-9D86-45C4-85AE-2161E7202512}" type="presOf" srcId="{D8631B06-3D9F-45BF-933D-86D409A93D00}" destId="{5ACC58AA-2D17-4556-8B88-1275699BDA69}" srcOrd="1" destOrd="0" presId="urn:microsoft.com/office/officeart/2008/layout/HalfCircleOrganizationChart"/>
    <dgm:cxn modelId="{8C8D71B9-E29A-43DF-89DF-A18CBB533F6D}" type="presOf" srcId="{0BBC3F71-EA30-4B7E-A4B6-32ED0693D32F}" destId="{FF2DFA87-4B7D-483D-9577-BD7C74335682}" srcOrd="1" destOrd="0" presId="urn:microsoft.com/office/officeart/2008/layout/HalfCircleOrganizationChart"/>
    <dgm:cxn modelId="{978D3CBA-D6DC-4E53-ADD6-1FEFD87006F1}" type="presOf" srcId="{C9E4CBAD-09FA-48D9-86D0-016D94FC0378}" destId="{8C4716DE-1418-4313-A701-52975E555AA8}" srcOrd="0" destOrd="0" presId="urn:microsoft.com/office/officeart/2008/layout/HalfCircleOrganizationChart"/>
    <dgm:cxn modelId="{12F447DA-0486-489A-B3C0-3B50F1D66728}" type="presOf" srcId="{2EA4D131-B4EE-4A91-996C-3F4EB1A6DD05}" destId="{584A9782-6AE2-4508-95D4-128183FFA1FF}" srcOrd="0" destOrd="0" presId="urn:microsoft.com/office/officeart/2008/layout/HalfCircleOrganizationChart"/>
    <dgm:cxn modelId="{5F2219DB-502D-439F-B037-A54130CBBD09}" type="presOf" srcId="{0BBC3F71-EA30-4B7E-A4B6-32ED0693D32F}" destId="{721E5573-00A4-4BB0-8B33-0ED7701F653A}" srcOrd="0" destOrd="0" presId="urn:microsoft.com/office/officeart/2008/layout/HalfCircleOrganizationChart"/>
    <dgm:cxn modelId="{A27342ED-FA58-4100-BDD6-FD2EBE5A91A1}" type="presOf" srcId="{C9E4CBAD-09FA-48D9-86D0-016D94FC0378}" destId="{8ED4FDD6-F4F1-42A8-8187-3851777F874C}" srcOrd="1" destOrd="0" presId="urn:microsoft.com/office/officeart/2008/layout/HalfCircleOrganizationChart"/>
    <dgm:cxn modelId="{35F3B20B-5932-42F2-B409-3705E6F1F746}" type="presParOf" srcId="{584A9782-6AE2-4508-95D4-128183FFA1FF}" destId="{01E0D5A3-CCA2-477D-8D46-CDDF5BA7D510}" srcOrd="0" destOrd="0" presId="urn:microsoft.com/office/officeart/2008/layout/HalfCircleOrganizationChart"/>
    <dgm:cxn modelId="{52C4ECBE-1F9D-4180-A20D-F6555BC79ABA}" type="presParOf" srcId="{01E0D5A3-CCA2-477D-8D46-CDDF5BA7D510}" destId="{7FB844BD-8F50-4710-B5D2-0CC56BE2D472}" srcOrd="0" destOrd="0" presId="urn:microsoft.com/office/officeart/2008/layout/HalfCircleOrganizationChart"/>
    <dgm:cxn modelId="{3B0CD1E4-A13C-4ED7-AF0F-22B76560160D}" type="presParOf" srcId="{7FB844BD-8F50-4710-B5D2-0CC56BE2D472}" destId="{DFB026EA-1FB1-4BFE-98F4-E66E1D0EA085}" srcOrd="0" destOrd="0" presId="urn:microsoft.com/office/officeart/2008/layout/HalfCircleOrganizationChart"/>
    <dgm:cxn modelId="{337AC73A-9ED0-436B-A7E4-BF49D8C2FFCA}" type="presParOf" srcId="{7FB844BD-8F50-4710-B5D2-0CC56BE2D472}" destId="{D860820F-1D91-4CBB-8526-C3E5BFF349F9}" srcOrd="1" destOrd="0" presId="urn:microsoft.com/office/officeart/2008/layout/HalfCircleOrganizationChart"/>
    <dgm:cxn modelId="{B58D671B-39C4-4D79-AD87-3E0BDB40C443}" type="presParOf" srcId="{7FB844BD-8F50-4710-B5D2-0CC56BE2D472}" destId="{B5C8ABE0-D19C-4E60-942E-32AD4033AB85}" srcOrd="2" destOrd="0" presId="urn:microsoft.com/office/officeart/2008/layout/HalfCircleOrganizationChart"/>
    <dgm:cxn modelId="{97B46151-F464-4234-850B-3DDBEAA3FEC8}" type="presParOf" srcId="{7FB844BD-8F50-4710-B5D2-0CC56BE2D472}" destId="{5833BB27-9F8F-403C-B538-5A3198B2F49E}" srcOrd="3" destOrd="0" presId="urn:microsoft.com/office/officeart/2008/layout/HalfCircleOrganizationChart"/>
    <dgm:cxn modelId="{30191844-5C2C-4DBE-98A1-28990B984B27}" type="presParOf" srcId="{01E0D5A3-CCA2-477D-8D46-CDDF5BA7D510}" destId="{EF2658B4-411C-4ABF-9444-E4E5AF05E874}" srcOrd="1" destOrd="0" presId="urn:microsoft.com/office/officeart/2008/layout/HalfCircleOrganizationChart"/>
    <dgm:cxn modelId="{DEF8BB73-A675-4451-93F8-18BB02259991}" type="presParOf" srcId="{01E0D5A3-CCA2-477D-8D46-CDDF5BA7D510}" destId="{E03556FE-4582-47E8-B49F-F097E6191910}" srcOrd="2" destOrd="0" presId="urn:microsoft.com/office/officeart/2008/layout/HalfCircleOrganizationChart"/>
    <dgm:cxn modelId="{654169E7-7AAF-4ADB-98E7-17A178F4D278}" type="presParOf" srcId="{584A9782-6AE2-4508-95D4-128183FFA1FF}" destId="{DA45A2A3-7CA0-4BC5-936A-F9282A290F8C}" srcOrd="1" destOrd="0" presId="urn:microsoft.com/office/officeart/2008/layout/HalfCircleOrganizationChart"/>
    <dgm:cxn modelId="{0C0EF724-0817-4785-AC19-62FB79A3F36B}" type="presParOf" srcId="{DA45A2A3-7CA0-4BC5-936A-F9282A290F8C}" destId="{3B89C5C9-65F0-4D54-B4AD-AC8BF70450F0}" srcOrd="0" destOrd="0" presId="urn:microsoft.com/office/officeart/2008/layout/HalfCircleOrganizationChart"/>
    <dgm:cxn modelId="{96EDF4C4-4658-4381-B141-8A3722F33CE9}" type="presParOf" srcId="{3B89C5C9-65F0-4D54-B4AD-AC8BF70450F0}" destId="{8C4716DE-1418-4313-A701-52975E555AA8}" srcOrd="0" destOrd="0" presId="urn:microsoft.com/office/officeart/2008/layout/HalfCircleOrganizationChart"/>
    <dgm:cxn modelId="{F745BB93-8A5B-48A4-A73B-2229F7D85DB3}" type="presParOf" srcId="{3B89C5C9-65F0-4D54-B4AD-AC8BF70450F0}" destId="{9DB84CBD-CF0E-47E5-86DD-DC64307C11BC}" srcOrd="1" destOrd="0" presId="urn:microsoft.com/office/officeart/2008/layout/HalfCircleOrganizationChart"/>
    <dgm:cxn modelId="{42158BCA-17F3-4247-9091-57F7B98181C8}" type="presParOf" srcId="{3B89C5C9-65F0-4D54-B4AD-AC8BF70450F0}" destId="{09661298-451E-4FE0-9DDF-430993C9B4D3}" srcOrd="2" destOrd="0" presId="urn:microsoft.com/office/officeart/2008/layout/HalfCircleOrganizationChart"/>
    <dgm:cxn modelId="{5C573AA2-6D98-4530-B5FE-A6DB29C305A1}" type="presParOf" srcId="{3B89C5C9-65F0-4D54-B4AD-AC8BF70450F0}" destId="{8ED4FDD6-F4F1-42A8-8187-3851777F874C}" srcOrd="3" destOrd="0" presId="urn:microsoft.com/office/officeart/2008/layout/HalfCircleOrganizationChart"/>
    <dgm:cxn modelId="{53C21944-13BF-4E1E-B93A-29136B4C801C}" type="presParOf" srcId="{DA45A2A3-7CA0-4BC5-936A-F9282A290F8C}" destId="{B22D6BB4-0E18-495B-815B-A28F7E991B13}" srcOrd="1" destOrd="0" presId="urn:microsoft.com/office/officeart/2008/layout/HalfCircleOrganizationChart"/>
    <dgm:cxn modelId="{44A49804-835C-4AD5-98FC-8F61795B1919}" type="presParOf" srcId="{DA45A2A3-7CA0-4BC5-936A-F9282A290F8C}" destId="{52A13034-C886-4C39-831E-48988DC1579E}" srcOrd="2" destOrd="0" presId="urn:microsoft.com/office/officeart/2008/layout/HalfCircleOrganizationChart"/>
    <dgm:cxn modelId="{12AB3276-65D8-4BA6-9A9F-7FA995C4F549}" type="presParOf" srcId="{584A9782-6AE2-4508-95D4-128183FFA1FF}" destId="{6F0C2307-81F6-40E6-AB1C-79760EB6780F}" srcOrd="2" destOrd="0" presId="urn:microsoft.com/office/officeart/2008/layout/HalfCircleOrganizationChart"/>
    <dgm:cxn modelId="{1D68F126-0444-49BA-8EE3-48A87DA9587D}" type="presParOf" srcId="{6F0C2307-81F6-40E6-AB1C-79760EB6780F}" destId="{46235C17-45AA-411D-88F8-CE20EB294F21}" srcOrd="0" destOrd="0" presId="urn:microsoft.com/office/officeart/2008/layout/HalfCircleOrganizationChart"/>
    <dgm:cxn modelId="{9B423341-290D-4EC6-921B-3F2848A31CDD}" type="presParOf" srcId="{46235C17-45AA-411D-88F8-CE20EB294F21}" destId="{5A5360A9-119B-4DB9-B8CB-E8535DE10303}" srcOrd="0" destOrd="0" presId="urn:microsoft.com/office/officeart/2008/layout/HalfCircleOrganizationChart"/>
    <dgm:cxn modelId="{79FE8CE5-44B9-4290-B905-46B67C1B519B}" type="presParOf" srcId="{46235C17-45AA-411D-88F8-CE20EB294F21}" destId="{0288BEB3-AE9C-47C3-BF63-BAA4C0F844C1}" srcOrd="1" destOrd="0" presId="urn:microsoft.com/office/officeart/2008/layout/HalfCircleOrganizationChart"/>
    <dgm:cxn modelId="{9BF36891-6A55-424D-BA3C-27794DD49026}" type="presParOf" srcId="{46235C17-45AA-411D-88F8-CE20EB294F21}" destId="{0B8590F7-C1C8-4C73-BF22-D9A35E5DE8AC}" srcOrd="2" destOrd="0" presId="urn:microsoft.com/office/officeart/2008/layout/HalfCircleOrganizationChart"/>
    <dgm:cxn modelId="{05DE8C7C-965B-4B26-861A-CA08F9B2CC98}" type="presParOf" srcId="{46235C17-45AA-411D-88F8-CE20EB294F21}" destId="{1B645843-74B1-49ED-BB6F-78C5E37FB521}" srcOrd="3" destOrd="0" presId="urn:microsoft.com/office/officeart/2008/layout/HalfCircleOrganizationChart"/>
    <dgm:cxn modelId="{17BE5272-D5CC-400B-9052-52C7BF9DA8F8}" type="presParOf" srcId="{6F0C2307-81F6-40E6-AB1C-79760EB6780F}" destId="{D3C584D8-CB66-4E57-8EA9-ED7E297F2ACE}" srcOrd="1" destOrd="0" presId="urn:microsoft.com/office/officeart/2008/layout/HalfCircleOrganizationChart"/>
    <dgm:cxn modelId="{CCFBDA8A-674D-4E08-B608-4DF1D8BDD3C4}" type="presParOf" srcId="{6F0C2307-81F6-40E6-AB1C-79760EB6780F}" destId="{53FE0A34-1A10-450B-B19F-8B40895DDEC6}" srcOrd="2" destOrd="0" presId="urn:microsoft.com/office/officeart/2008/layout/HalfCircleOrganizationChart"/>
    <dgm:cxn modelId="{9DD2A273-9589-498B-A8E3-0C6519B97D45}" type="presParOf" srcId="{584A9782-6AE2-4508-95D4-128183FFA1FF}" destId="{BAC51F49-997A-4711-934C-4681DEFE9F33}" srcOrd="3" destOrd="0" presId="urn:microsoft.com/office/officeart/2008/layout/HalfCircleOrganizationChart"/>
    <dgm:cxn modelId="{8343402B-6862-4915-B35F-782AF80BF4CF}" type="presParOf" srcId="{BAC51F49-997A-4711-934C-4681DEFE9F33}" destId="{0D3DA9C2-E944-460C-967B-08C428C5334D}" srcOrd="0" destOrd="0" presId="urn:microsoft.com/office/officeart/2008/layout/HalfCircleOrganizationChart"/>
    <dgm:cxn modelId="{A4870DCE-FA8E-4BDB-A9F9-0921EE74785B}" type="presParOf" srcId="{0D3DA9C2-E944-460C-967B-08C428C5334D}" destId="{9B4B989F-5F3D-403C-BED3-5A7C13E616FB}" srcOrd="0" destOrd="0" presId="urn:microsoft.com/office/officeart/2008/layout/HalfCircleOrganizationChart"/>
    <dgm:cxn modelId="{07F5C6A1-1932-44AC-8FCC-FBC4871DC2D9}" type="presParOf" srcId="{0D3DA9C2-E944-460C-967B-08C428C5334D}" destId="{884E954B-D781-4D7C-AFE3-63494CCD5336}" srcOrd="1" destOrd="0" presId="urn:microsoft.com/office/officeart/2008/layout/HalfCircleOrganizationChart"/>
    <dgm:cxn modelId="{CED2B38D-276F-4B52-BD68-17D5F2C76CA9}" type="presParOf" srcId="{0D3DA9C2-E944-460C-967B-08C428C5334D}" destId="{B1513B49-84E4-4C16-B9D1-B321776342D8}" srcOrd="2" destOrd="0" presId="urn:microsoft.com/office/officeart/2008/layout/HalfCircleOrganizationChart"/>
    <dgm:cxn modelId="{7DC566C1-73A0-47AA-AE12-E887B4A4EFED}" type="presParOf" srcId="{0D3DA9C2-E944-460C-967B-08C428C5334D}" destId="{5ACC58AA-2D17-4556-8B88-1275699BDA69}" srcOrd="3" destOrd="0" presId="urn:microsoft.com/office/officeart/2008/layout/HalfCircleOrganizationChart"/>
    <dgm:cxn modelId="{D5FBF921-0AE4-4FEB-B8B1-C90B1DD8AA30}" type="presParOf" srcId="{BAC51F49-997A-4711-934C-4681DEFE9F33}" destId="{997F542D-9611-4FDC-A093-EFF1304F6EED}" srcOrd="1" destOrd="0" presId="urn:microsoft.com/office/officeart/2008/layout/HalfCircleOrganizationChart"/>
    <dgm:cxn modelId="{4DC53330-6992-43BD-BABA-3CA68E8EE5AB}" type="presParOf" srcId="{BAC51F49-997A-4711-934C-4681DEFE9F33}" destId="{4960A9D8-8B17-4743-ADE5-4F4F2C375827}" srcOrd="2" destOrd="0" presId="urn:microsoft.com/office/officeart/2008/layout/HalfCircleOrganizationChart"/>
    <dgm:cxn modelId="{F5BA4FD6-665A-4F3D-94A9-83967B71DF90}" type="presParOf" srcId="{584A9782-6AE2-4508-95D4-128183FFA1FF}" destId="{053F11AF-717B-4F36-968D-0CB4164DB7D4}" srcOrd="4" destOrd="0" presId="urn:microsoft.com/office/officeart/2008/layout/HalfCircleOrganizationChart"/>
    <dgm:cxn modelId="{7CBA3FAC-BF8E-4ADE-98A2-919AE2C8C3FD}" type="presParOf" srcId="{053F11AF-717B-4F36-968D-0CB4164DB7D4}" destId="{C3BDD750-39D6-481E-98FE-7843A3D666E3}" srcOrd="0" destOrd="0" presId="urn:microsoft.com/office/officeart/2008/layout/HalfCircleOrganizationChart"/>
    <dgm:cxn modelId="{3EF7F0AF-8331-445E-BBE9-7EA6E438562D}" type="presParOf" srcId="{C3BDD750-39D6-481E-98FE-7843A3D666E3}" destId="{9A47CE00-5459-465A-9DFF-8EA95A1E8CE0}" srcOrd="0" destOrd="0" presId="urn:microsoft.com/office/officeart/2008/layout/HalfCircleOrganizationChart"/>
    <dgm:cxn modelId="{B69143EB-FEE2-41D7-B09B-D291683D08F4}" type="presParOf" srcId="{C3BDD750-39D6-481E-98FE-7843A3D666E3}" destId="{E8DF591D-E0E2-40D6-8FFB-A401E6DFACF4}" srcOrd="1" destOrd="0" presId="urn:microsoft.com/office/officeart/2008/layout/HalfCircleOrganizationChart"/>
    <dgm:cxn modelId="{26565AAA-F5E8-4922-994A-9C064DC82BC0}" type="presParOf" srcId="{C3BDD750-39D6-481E-98FE-7843A3D666E3}" destId="{4D719FD4-E776-45D8-989A-4B895FF601E9}" srcOrd="2" destOrd="0" presId="urn:microsoft.com/office/officeart/2008/layout/HalfCircleOrganizationChart"/>
    <dgm:cxn modelId="{5DE6C809-88F6-4703-A20D-A168F470C2A5}" type="presParOf" srcId="{C3BDD750-39D6-481E-98FE-7843A3D666E3}" destId="{72315820-A374-4FE1-9C3E-63F1B9134665}" srcOrd="3" destOrd="0" presId="urn:microsoft.com/office/officeart/2008/layout/HalfCircleOrganizationChart"/>
    <dgm:cxn modelId="{8B8EB466-C9B1-4C6F-B00A-A15212447B67}" type="presParOf" srcId="{053F11AF-717B-4F36-968D-0CB4164DB7D4}" destId="{A50D4EE7-EC9C-406E-8FFB-EDE5936E36C1}" srcOrd="1" destOrd="0" presId="urn:microsoft.com/office/officeart/2008/layout/HalfCircleOrganizationChart"/>
    <dgm:cxn modelId="{8941D337-125D-4A4A-BD42-A01EEC2CA8C7}" type="presParOf" srcId="{053F11AF-717B-4F36-968D-0CB4164DB7D4}" destId="{036DE271-1990-434C-86C1-A0D2C262DE6F}" srcOrd="2" destOrd="0" presId="urn:microsoft.com/office/officeart/2008/layout/HalfCircleOrganizationChart"/>
    <dgm:cxn modelId="{4A7F51A0-EBAA-4041-817A-0E8E44ED26AF}" type="presParOf" srcId="{584A9782-6AE2-4508-95D4-128183FFA1FF}" destId="{9D4FB4CD-6158-4340-8675-A386D61AD6CB}" srcOrd="5" destOrd="0" presId="urn:microsoft.com/office/officeart/2008/layout/HalfCircleOrganizationChart"/>
    <dgm:cxn modelId="{78DBE79A-1C00-420A-927F-E0D34FDDF7BD}" type="presParOf" srcId="{9D4FB4CD-6158-4340-8675-A386D61AD6CB}" destId="{BF6F163F-24DF-4A7F-8C14-44A299398ED4}" srcOrd="0" destOrd="0" presId="urn:microsoft.com/office/officeart/2008/layout/HalfCircleOrganizationChart"/>
    <dgm:cxn modelId="{B8999425-63AD-49D5-AD3B-59C29289FEAF}" type="presParOf" srcId="{BF6F163F-24DF-4A7F-8C14-44A299398ED4}" destId="{721E5573-00A4-4BB0-8B33-0ED7701F653A}" srcOrd="0" destOrd="0" presId="urn:microsoft.com/office/officeart/2008/layout/HalfCircleOrganizationChart"/>
    <dgm:cxn modelId="{F2A610B4-4460-4FD3-9807-7FC36499F1E6}" type="presParOf" srcId="{BF6F163F-24DF-4A7F-8C14-44A299398ED4}" destId="{2C7572D0-9D3C-4955-B976-D5EFB6F8E20B}" srcOrd="1" destOrd="0" presId="urn:microsoft.com/office/officeart/2008/layout/HalfCircleOrganizationChart"/>
    <dgm:cxn modelId="{6C0FB7AF-A501-4AC5-9FAE-DCC6FA0DA6CD}" type="presParOf" srcId="{BF6F163F-24DF-4A7F-8C14-44A299398ED4}" destId="{FC5DD241-DAD4-48AE-9067-06DF22FAE66A}" srcOrd="2" destOrd="0" presId="urn:microsoft.com/office/officeart/2008/layout/HalfCircleOrganizationChart"/>
    <dgm:cxn modelId="{C206AC0F-6DD2-46EF-A0E3-D4E5B24D9763}" type="presParOf" srcId="{BF6F163F-24DF-4A7F-8C14-44A299398ED4}" destId="{FF2DFA87-4B7D-483D-9577-BD7C74335682}" srcOrd="3" destOrd="0" presId="urn:microsoft.com/office/officeart/2008/layout/HalfCircleOrganizationChart"/>
    <dgm:cxn modelId="{E2FA0232-5537-4FE4-8C19-B120DE497AF2}" type="presParOf" srcId="{9D4FB4CD-6158-4340-8675-A386D61AD6CB}" destId="{5F64846F-994F-49DE-B4D9-DCB606CD7720}" srcOrd="1" destOrd="0" presId="urn:microsoft.com/office/officeart/2008/layout/HalfCircleOrganizationChart"/>
    <dgm:cxn modelId="{2E405EFE-BE5B-45A0-B19F-2AB2BC03F5D1}" type="presParOf" srcId="{9D4FB4CD-6158-4340-8675-A386D61AD6CB}" destId="{9FE88623-D130-4889-9FF4-DF159997F267}" srcOrd="2" destOrd="0" presId="urn:microsoft.com/office/officeart/2008/layout/HalfCircleOrganizationChar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60C9668-8F38-4121-8869-E02B6AE74106}" type="doc">
      <dgm:prSet loTypeId="urn:microsoft.com/office/officeart/2005/8/layout/orgChart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N"/>
        </a:p>
      </dgm:t>
    </dgm:pt>
    <dgm:pt modelId="{97FA20DE-60B3-4B31-959E-CA8123A84ACB}">
      <dgm:prSet phldrT="[Text]" phldr="0"/>
      <dgm:spPr/>
      <dgm:t>
        <a:bodyPr/>
        <a:lstStyle/>
        <a:p>
          <a:r>
            <a:rPr lang="en-US" dirty="0"/>
            <a:t>Total Accounts</a:t>
          </a:r>
        </a:p>
        <a:p>
          <a:r>
            <a:rPr lang="en-IN" dirty="0"/>
            <a:t>4500</a:t>
          </a:r>
        </a:p>
      </dgm:t>
    </dgm:pt>
    <dgm:pt modelId="{A034A78F-E22F-48AF-98D0-18DC6B301AB9}" type="parTrans" cxnId="{322D81F3-B70F-4DF5-B399-89E0FBCFFEB6}">
      <dgm:prSet/>
      <dgm:spPr/>
      <dgm:t>
        <a:bodyPr/>
        <a:lstStyle/>
        <a:p>
          <a:endParaRPr lang="en-IN"/>
        </a:p>
      </dgm:t>
    </dgm:pt>
    <dgm:pt modelId="{FB5ACD98-02E0-4349-8883-0D5D7876C5BC}" type="sibTrans" cxnId="{322D81F3-B70F-4DF5-B399-89E0FBCFFEB6}">
      <dgm:prSet/>
      <dgm:spPr/>
      <dgm:t>
        <a:bodyPr/>
        <a:lstStyle/>
        <a:p>
          <a:endParaRPr lang="en-IN"/>
        </a:p>
      </dgm:t>
    </dgm:pt>
    <dgm:pt modelId="{DE27CD34-1229-4818-B6B8-71BA32F6F36F}">
      <dgm:prSet phldrT="[Text]" phldr="0"/>
      <dgm:spPr/>
      <dgm:t>
        <a:bodyPr/>
        <a:lstStyle/>
        <a:p>
          <a:br>
            <a:rPr lang="en-US" dirty="0"/>
          </a:br>
          <a:r>
            <a:rPr lang="en-US" dirty="0"/>
            <a:t>Saving Account</a:t>
          </a:r>
        </a:p>
        <a:p>
          <a:r>
            <a:rPr lang="en-IN" dirty="0"/>
            <a:t>1533</a:t>
          </a:r>
        </a:p>
      </dgm:t>
    </dgm:pt>
    <dgm:pt modelId="{BC46CCBF-63DA-4E35-AA9B-CA12BF08549F}" type="parTrans" cxnId="{A8B60EEA-8D0E-4464-93D9-BD80D019FE67}">
      <dgm:prSet/>
      <dgm:spPr/>
      <dgm:t>
        <a:bodyPr/>
        <a:lstStyle/>
        <a:p>
          <a:endParaRPr lang="en-IN"/>
        </a:p>
      </dgm:t>
    </dgm:pt>
    <dgm:pt modelId="{C45250E6-887B-462A-92E2-5A0CDC44C092}" type="sibTrans" cxnId="{A8B60EEA-8D0E-4464-93D9-BD80D019FE67}">
      <dgm:prSet/>
      <dgm:spPr/>
      <dgm:t>
        <a:bodyPr/>
        <a:lstStyle/>
        <a:p>
          <a:endParaRPr lang="en-IN"/>
        </a:p>
      </dgm:t>
    </dgm:pt>
    <dgm:pt modelId="{EF651A43-A5ED-4545-BC41-EFCD54895086}">
      <dgm:prSet phldrT="[Text]" phldr="0"/>
      <dgm:spPr/>
      <dgm:t>
        <a:bodyPr/>
        <a:lstStyle/>
        <a:p>
          <a:r>
            <a:rPr lang="en-US" dirty="0"/>
            <a:t>NRI Account</a:t>
          </a:r>
        </a:p>
        <a:p>
          <a:r>
            <a:rPr lang="en-IN" dirty="0"/>
            <a:t>1522</a:t>
          </a:r>
        </a:p>
      </dgm:t>
    </dgm:pt>
    <dgm:pt modelId="{1310209F-9476-43D0-912E-AA679CB92C3B}" type="parTrans" cxnId="{6C9F6BE5-114A-46A3-88F2-2A16E91EF38A}">
      <dgm:prSet/>
      <dgm:spPr/>
      <dgm:t>
        <a:bodyPr/>
        <a:lstStyle/>
        <a:p>
          <a:endParaRPr lang="en-IN"/>
        </a:p>
      </dgm:t>
    </dgm:pt>
    <dgm:pt modelId="{C581579A-39D2-47AF-ACC0-13677F719F05}" type="sibTrans" cxnId="{6C9F6BE5-114A-46A3-88F2-2A16E91EF38A}">
      <dgm:prSet/>
      <dgm:spPr/>
      <dgm:t>
        <a:bodyPr/>
        <a:lstStyle/>
        <a:p>
          <a:endParaRPr lang="en-IN"/>
        </a:p>
      </dgm:t>
    </dgm:pt>
    <dgm:pt modelId="{00763DD8-D173-4565-9B89-DE3D2BC72FDE}">
      <dgm:prSet phldrT="[Text]" phldr="0"/>
      <dgm:spPr/>
      <dgm:t>
        <a:bodyPr/>
        <a:lstStyle/>
        <a:p>
          <a:r>
            <a:rPr lang="en-US" dirty="0"/>
            <a:t>Salary Account</a:t>
          </a:r>
        </a:p>
        <a:p>
          <a:r>
            <a:rPr lang="en-IN" dirty="0"/>
            <a:t>1445</a:t>
          </a:r>
        </a:p>
      </dgm:t>
    </dgm:pt>
    <dgm:pt modelId="{7417D3B7-C347-4A45-931E-DD34D5EDAD3D}" type="parTrans" cxnId="{5A9E07F1-DB54-4DB8-B82F-650B801FD0C7}">
      <dgm:prSet/>
      <dgm:spPr/>
      <dgm:t>
        <a:bodyPr/>
        <a:lstStyle/>
        <a:p>
          <a:endParaRPr lang="en-IN"/>
        </a:p>
      </dgm:t>
    </dgm:pt>
    <dgm:pt modelId="{37F22FA9-EBCB-4E93-8743-B9DB1616C560}" type="sibTrans" cxnId="{5A9E07F1-DB54-4DB8-B82F-650B801FD0C7}">
      <dgm:prSet/>
      <dgm:spPr/>
      <dgm:t>
        <a:bodyPr/>
        <a:lstStyle/>
        <a:p>
          <a:endParaRPr lang="en-IN"/>
        </a:p>
      </dgm:t>
    </dgm:pt>
    <dgm:pt modelId="{4BC87827-3ABF-4582-A440-628D3DFDA2FE}" type="pres">
      <dgm:prSet presAssocID="{A60C9668-8F38-4121-8869-E02B6AE74106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7AF3615E-C77C-4A20-B9E6-BB11A6651C0B}" type="pres">
      <dgm:prSet presAssocID="{97FA20DE-60B3-4B31-959E-CA8123A84ACB}" presName="hierRoot1" presStyleCnt="0">
        <dgm:presLayoutVars>
          <dgm:hierBranch val="init"/>
        </dgm:presLayoutVars>
      </dgm:prSet>
      <dgm:spPr/>
    </dgm:pt>
    <dgm:pt modelId="{2882C08C-8571-4B4C-950F-6CB2E6418808}" type="pres">
      <dgm:prSet presAssocID="{97FA20DE-60B3-4B31-959E-CA8123A84ACB}" presName="rootComposite1" presStyleCnt="0"/>
      <dgm:spPr/>
    </dgm:pt>
    <dgm:pt modelId="{E0A404F2-D5A1-4BBF-9726-789379B6D1FD}" type="pres">
      <dgm:prSet presAssocID="{97FA20DE-60B3-4B31-959E-CA8123A84ACB}" presName="rootText1" presStyleLbl="node0" presStyleIdx="0" presStyleCnt="1">
        <dgm:presLayoutVars>
          <dgm:chPref val="3"/>
        </dgm:presLayoutVars>
      </dgm:prSet>
      <dgm:spPr/>
    </dgm:pt>
    <dgm:pt modelId="{F1EA17C9-A431-4CD0-A2D5-93FD74F48869}" type="pres">
      <dgm:prSet presAssocID="{97FA20DE-60B3-4B31-959E-CA8123A84ACB}" presName="rootConnector1" presStyleLbl="node1" presStyleIdx="0" presStyleCnt="0"/>
      <dgm:spPr/>
    </dgm:pt>
    <dgm:pt modelId="{E41C7308-D405-4BD1-930A-6FB3F0810B9D}" type="pres">
      <dgm:prSet presAssocID="{97FA20DE-60B3-4B31-959E-CA8123A84ACB}" presName="hierChild2" presStyleCnt="0"/>
      <dgm:spPr/>
    </dgm:pt>
    <dgm:pt modelId="{2CB7D84A-6485-4E2D-9A38-0A2A8C1484CF}" type="pres">
      <dgm:prSet presAssocID="{BC46CCBF-63DA-4E35-AA9B-CA12BF08549F}" presName="Name37" presStyleLbl="parChTrans1D2" presStyleIdx="0" presStyleCnt="3"/>
      <dgm:spPr/>
    </dgm:pt>
    <dgm:pt modelId="{4B62B991-C9FF-4215-92E4-026D85E8EB69}" type="pres">
      <dgm:prSet presAssocID="{DE27CD34-1229-4818-B6B8-71BA32F6F36F}" presName="hierRoot2" presStyleCnt="0">
        <dgm:presLayoutVars>
          <dgm:hierBranch val="init"/>
        </dgm:presLayoutVars>
      </dgm:prSet>
      <dgm:spPr/>
    </dgm:pt>
    <dgm:pt modelId="{7006550A-9313-4182-A102-15EEA31A03C5}" type="pres">
      <dgm:prSet presAssocID="{DE27CD34-1229-4818-B6B8-71BA32F6F36F}" presName="rootComposite" presStyleCnt="0"/>
      <dgm:spPr/>
    </dgm:pt>
    <dgm:pt modelId="{ED3DD102-4488-4138-853C-E1C6759A7754}" type="pres">
      <dgm:prSet presAssocID="{DE27CD34-1229-4818-B6B8-71BA32F6F36F}" presName="rootText" presStyleLbl="node2" presStyleIdx="0" presStyleCnt="3">
        <dgm:presLayoutVars>
          <dgm:chPref val="3"/>
        </dgm:presLayoutVars>
      </dgm:prSet>
      <dgm:spPr/>
    </dgm:pt>
    <dgm:pt modelId="{B7D0638F-0FBA-449A-900F-40469E61FE8F}" type="pres">
      <dgm:prSet presAssocID="{DE27CD34-1229-4818-B6B8-71BA32F6F36F}" presName="rootConnector" presStyleLbl="node2" presStyleIdx="0" presStyleCnt="3"/>
      <dgm:spPr/>
    </dgm:pt>
    <dgm:pt modelId="{EF66C6F8-8B00-4282-B500-07342E48CB43}" type="pres">
      <dgm:prSet presAssocID="{DE27CD34-1229-4818-B6B8-71BA32F6F36F}" presName="hierChild4" presStyleCnt="0"/>
      <dgm:spPr/>
    </dgm:pt>
    <dgm:pt modelId="{6CD47B8D-97B0-46F7-B385-7DEBA982A5AA}" type="pres">
      <dgm:prSet presAssocID="{DE27CD34-1229-4818-B6B8-71BA32F6F36F}" presName="hierChild5" presStyleCnt="0"/>
      <dgm:spPr/>
    </dgm:pt>
    <dgm:pt modelId="{27892243-CF80-4C0D-9FEA-D586534C11B7}" type="pres">
      <dgm:prSet presAssocID="{1310209F-9476-43D0-912E-AA679CB92C3B}" presName="Name37" presStyleLbl="parChTrans1D2" presStyleIdx="1" presStyleCnt="3"/>
      <dgm:spPr/>
    </dgm:pt>
    <dgm:pt modelId="{97387994-A131-486E-A7C5-08AE57092289}" type="pres">
      <dgm:prSet presAssocID="{EF651A43-A5ED-4545-BC41-EFCD54895086}" presName="hierRoot2" presStyleCnt="0">
        <dgm:presLayoutVars>
          <dgm:hierBranch val="init"/>
        </dgm:presLayoutVars>
      </dgm:prSet>
      <dgm:spPr/>
    </dgm:pt>
    <dgm:pt modelId="{96D43164-D7D7-4EDF-AFFC-FC386DDFEA7B}" type="pres">
      <dgm:prSet presAssocID="{EF651A43-A5ED-4545-BC41-EFCD54895086}" presName="rootComposite" presStyleCnt="0"/>
      <dgm:spPr/>
    </dgm:pt>
    <dgm:pt modelId="{637AC668-1741-40E3-B07E-05254FA019E4}" type="pres">
      <dgm:prSet presAssocID="{EF651A43-A5ED-4545-BC41-EFCD54895086}" presName="rootText" presStyleLbl="node2" presStyleIdx="1" presStyleCnt="3">
        <dgm:presLayoutVars>
          <dgm:chPref val="3"/>
        </dgm:presLayoutVars>
      </dgm:prSet>
      <dgm:spPr/>
    </dgm:pt>
    <dgm:pt modelId="{9EE461D7-8766-46D4-BB2F-BA7D7916CA84}" type="pres">
      <dgm:prSet presAssocID="{EF651A43-A5ED-4545-BC41-EFCD54895086}" presName="rootConnector" presStyleLbl="node2" presStyleIdx="1" presStyleCnt="3"/>
      <dgm:spPr/>
    </dgm:pt>
    <dgm:pt modelId="{AB6F23AF-9275-452B-B417-75ADAE5EDCBC}" type="pres">
      <dgm:prSet presAssocID="{EF651A43-A5ED-4545-BC41-EFCD54895086}" presName="hierChild4" presStyleCnt="0"/>
      <dgm:spPr/>
    </dgm:pt>
    <dgm:pt modelId="{6B43F731-C66C-49D3-9CAE-F5C863C994A0}" type="pres">
      <dgm:prSet presAssocID="{EF651A43-A5ED-4545-BC41-EFCD54895086}" presName="hierChild5" presStyleCnt="0"/>
      <dgm:spPr/>
    </dgm:pt>
    <dgm:pt modelId="{10F945C3-DEA6-4A59-813A-8C37F4F53615}" type="pres">
      <dgm:prSet presAssocID="{7417D3B7-C347-4A45-931E-DD34D5EDAD3D}" presName="Name37" presStyleLbl="parChTrans1D2" presStyleIdx="2" presStyleCnt="3"/>
      <dgm:spPr/>
    </dgm:pt>
    <dgm:pt modelId="{93ACFD69-F74D-44CA-996A-7205B642289E}" type="pres">
      <dgm:prSet presAssocID="{00763DD8-D173-4565-9B89-DE3D2BC72FDE}" presName="hierRoot2" presStyleCnt="0">
        <dgm:presLayoutVars>
          <dgm:hierBranch val="init"/>
        </dgm:presLayoutVars>
      </dgm:prSet>
      <dgm:spPr/>
    </dgm:pt>
    <dgm:pt modelId="{40133503-5243-450D-80AE-A33E56ACC255}" type="pres">
      <dgm:prSet presAssocID="{00763DD8-D173-4565-9B89-DE3D2BC72FDE}" presName="rootComposite" presStyleCnt="0"/>
      <dgm:spPr/>
    </dgm:pt>
    <dgm:pt modelId="{7C6B2FC6-4C52-4D28-8FD4-779EF7DE67E8}" type="pres">
      <dgm:prSet presAssocID="{00763DD8-D173-4565-9B89-DE3D2BC72FDE}" presName="rootText" presStyleLbl="node2" presStyleIdx="2" presStyleCnt="3">
        <dgm:presLayoutVars>
          <dgm:chPref val="3"/>
        </dgm:presLayoutVars>
      </dgm:prSet>
      <dgm:spPr/>
    </dgm:pt>
    <dgm:pt modelId="{623AC505-4A22-4C52-99A1-D844CE2B6FA5}" type="pres">
      <dgm:prSet presAssocID="{00763DD8-D173-4565-9B89-DE3D2BC72FDE}" presName="rootConnector" presStyleLbl="node2" presStyleIdx="2" presStyleCnt="3"/>
      <dgm:spPr/>
    </dgm:pt>
    <dgm:pt modelId="{4E1452E7-5D04-45B4-A203-341A92AE9FA1}" type="pres">
      <dgm:prSet presAssocID="{00763DD8-D173-4565-9B89-DE3D2BC72FDE}" presName="hierChild4" presStyleCnt="0"/>
      <dgm:spPr/>
    </dgm:pt>
    <dgm:pt modelId="{33092DCA-046D-468B-B49A-ECCB7B3541BB}" type="pres">
      <dgm:prSet presAssocID="{00763DD8-D173-4565-9B89-DE3D2BC72FDE}" presName="hierChild5" presStyleCnt="0"/>
      <dgm:spPr/>
    </dgm:pt>
    <dgm:pt modelId="{4E883067-7E91-41B1-B4DB-D1CFADCB217D}" type="pres">
      <dgm:prSet presAssocID="{97FA20DE-60B3-4B31-959E-CA8123A84ACB}" presName="hierChild3" presStyleCnt="0"/>
      <dgm:spPr/>
    </dgm:pt>
  </dgm:ptLst>
  <dgm:cxnLst>
    <dgm:cxn modelId="{9E3F1602-6575-41DD-B479-697E6E1897EC}" type="presOf" srcId="{DE27CD34-1229-4818-B6B8-71BA32F6F36F}" destId="{ED3DD102-4488-4138-853C-E1C6759A7754}" srcOrd="0" destOrd="0" presId="urn:microsoft.com/office/officeart/2005/8/layout/orgChart1"/>
    <dgm:cxn modelId="{75E7E92E-FC7A-4F45-A3BE-B3B14F065EC8}" type="presOf" srcId="{00763DD8-D173-4565-9B89-DE3D2BC72FDE}" destId="{7C6B2FC6-4C52-4D28-8FD4-779EF7DE67E8}" srcOrd="0" destOrd="0" presId="urn:microsoft.com/office/officeart/2005/8/layout/orgChart1"/>
    <dgm:cxn modelId="{9FB54F57-FCBF-40C8-B967-F985CD71CCAA}" type="presOf" srcId="{00763DD8-D173-4565-9B89-DE3D2BC72FDE}" destId="{623AC505-4A22-4C52-99A1-D844CE2B6FA5}" srcOrd="1" destOrd="0" presId="urn:microsoft.com/office/officeart/2005/8/layout/orgChart1"/>
    <dgm:cxn modelId="{6969FD8D-3FA2-4408-8219-90D8A96910FF}" type="presOf" srcId="{EF651A43-A5ED-4545-BC41-EFCD54895086}" destId="{9EE461D7-8766-46D4-BB2F-BA7D7916CA84}" srcOrd="1" destOrd="0" presId="urn:microsoft.com/office/officeart/2005/8/layout/orgChart1"/>
    <dgm:cxn modelId="{9D24A98F-5650-4F56-95CC-2CD9CFCFACCA}" type="presOf" srcId="{DE27CD34-1229-4818-B6B8-71BA32F6F36F}" destId="{B7D0638F-0FBA-449A-900F-40469E61FE8F}" srcOrd="1" destOrd="0" presId="urn:microsoft.com/office/officeart/2005/8/layout/orgChart1"/>
    <dgm:cxn modelId="{D774FCA6-BED2-4925-A68A-43914DB48B16}" type="presOf" srcId="{7417D3B7-C347-4A45-931E-DD34D5EDAD3D}" destId="{10F945C3-DEA6-4A59-813A-8C37F4F53615}" srcOrd="0" destOrd="0" presId="urn:microsoft.com/office/officeart/2005/8/layout/orgChart1"/>
    <dgm:cxn modelId="{A85BAFB5-4637-42A3-90D3-15583D32CCB3}" type="presOf" srcId="{97FA20DE-60B3-4B31-959E-CA8123A84ACB}" destId="{F1EA17C9-A431-4CD0-A2D5-93FD74F48869}" srcOrd="1" destOrd="0" presId="urn:microsoft.com/office/officeart/2005/8/layout/orgChart1"/>
    <dgm:cxn modelId="{522571B7-DA2F-457F-B661-3E4B9E64A1B8}" type="presOf" srcId="{A60C9668-8F38-4121-8869-E02B6AE74106}" destId="{4BC87827-3ABF-4582-A440-628D3DFDA2FE}" srcOrd="0" destOrd="0" presId="urn:microsoft.com/office/officeart/2005/8/layout/orgChart1"/>
    <dgm:cxn modelId="{A542A9BA-201C-4BE9-A64E-85B7F19E16DA}" type="presOf" srcId="{EF651A43-A5ED-4545-BC41-EFCD54895086}" destId="{637AC668-1741-40E3-B07E-05254FA019E4}" srcOrd="0" destOrd="0" presId="urn:microsoft.com/office/officeart/2005/8/layout/orgChart1"/>
    <dgm:cxn modelId="{5F502FBC-BE70-4835-A12A-56CCE4C43708}" type="presOf" srcId="{BC46CCBF-63DA-4E35-AA9B-CA12BF08549F}" destId="{2CB7D84A-6485-4E2D-9A38-0A2A8C1484CF}" srcOrd="0" destOrd="0" presId="urn:microsoft.com/office/officeart/2005/8/layout/orgChart1"/>
    <dgm:cxn modelId="{991382D5-3B38-4BCD-9EC3-92EEB46F5B3B}" type="presOf" srcId="{1310209F-9476-43D0-912E-AA679CB92C3B}" destId="{27892243-CF80-4C0D-9FEA-D586534C11B7}" srcOrd="0" destOrd="0" presId="urn:microsoft.com/office/officeart/2005/8/layout/orgChart1"/>
    <dgm:cxn modelId="{FDEF55D6-6123-4263-B533-7733B94ABB9D}" type="presOf" srcId="{97FA20DE-60B3-4B31-959E-CA8123A84ACB}" destId="{E0A404F2-D5A1-4BBF-9726-789379B6D1FD}" srcOrd="0" destOrd="0" presId="urn:microsoft.com/office/officeart/2005/8/layout/orgChart1"/>
    <dgm:cxn modelId="{6C9F6BE5-114A-46A3-88F2-2A16E91EF38A}" srcId="{97FA20DE-60B3-4B31-959E-CA8123A84ACB}" destId="{EF651A43-A5ED-4545-BC41-EFCD54895086}" srcOrd="1" destOrd="0" parTransId="{1310209F-9476-43D0-912E-AA679CB92C3B}" sibTransId="{C581579A-39D2-47AF-ACC0-13677F719F05}"/>
    <dgm:cxn modelId="{A8B60EEA-8D0E-4464-93D9-BD80D019FE67}" srcId="{97FA20DE-60B3-4B31-959E-CA8123A84ACB}" destId="{DE27CD34-1229-4818-B6B8-71BA32F6F36F}" srcOrd="0" destOrd="0" parTransId="{BC46CCBF-63DA-4E35-AA9B-CA12BF08549F}" sibTransId="{C45250E6-887B-462A-92E2-5A0CDC44C092}"/>
    <dgm:cxn modelId="{5A9E07F1-DB54-4DB8-B82F-650B801FD0C7}" srcId="{97FA20DE-60B3-4B31-959E-CA8123A84ACB}" destId="{00763DD8-D173-4565-9B89-DE3D2BC72FDE}" srcOrd="2" destOrd="0" parTransId="{7417D3B7-C347-4A45-931E-DD34D5EDAD3D}" sibTransId="{37F22FA9-EBCB-4E93-8743-B9DB1616C560}"/>
    <dgm:cxn modelId="{322D81F3-B70F-4DF5-B399-89E0FBCFFEB6}" srcId="{A60C9668-8F38-4121-8869-E02B6AE74106}" destId="{97FA20DE-60B3-4B31-959E-CA8123A84ACB}" srcOrd="0" destOrd="0" parTransId="{A034A78F-E22F-48AF-98D0-18DC6B301AB9}" sibTransId="{FB5ACD98-02E0-4349-8883-0D5D7876C5BC}"/>
    <dgm:cxn modelId="{0E80AC55-A4C5-451C-8F55-2436129F4B4A}" type="presParOf" srcId="{4BC87827-3ABF-4582-A440-628D3DFDA2FE}" destId="{7AF3615E-C77C-4A20-B9E6-BB11A6651C0B}" srcOrd="0" destOrd="0" presId="urn:microsoft.com/office/officeart/2005/8/layout/orgChart1"/>
    <dgm:cxn modelId="{8D249C50-B0D7-4E63-B97F-44AE9625B953}" type="presParOf" srcId="{7AF3615E-C77C-4A20-B9E6-BB11A6651C0B}" destId="{2882C08C-8571-4B4C-950F-6CB2E6418808}" srcOrd="0" destOrd="0" presId="urn:microsoft.com/office/officeart/2005/8/layout/orgChart1"/>
    <dgm:cxn modelId="{73ACB213-7EF1-48AB-928F-CFF9AAA654B7}" type="presParOf" srcId="{2882C08C-8571-4B4C-950F-6CB2E6418808}" destId="{E0A404F2-D5A1-4BBF-9726-789379B6D1FD}" srcOrd="0" destOrd="0" presId="urn:microsoft.com/office/officeart/2005/8/layout/orgChart1"/>
    <dgm:cxn modelId="{6FB2D075-1F67-48DC-87E4-CE73FF13F30A}" type="presParOf" srcId="{2882C08C-8571-4B4C-950F-6CB2E6418808}" destId="{F1EA17C9-A431-4CD0-A2D5-93FD74F48869}" srcOrd="1" destOrd="0" presId="urn:microsoft.com/office/officeart/2005/8/layout/orgChart1"/>
    <dgm:cxn modelId="{7E754369-C435-43DA-8AA7-38321D1C50C9}" type="presParOf" srcId="{7AF3615E-C77C-4A20-B9E6-BB11A6651C0B}" destId="{E41C7308-D405-4BD1-930A-6FB3F0810B9D}" srcOrd="1" destOrd="0" presId="urn:microsoft.com/office/officeart/2005/8/layout/orgChart1"/>
    <dgm:cxn modelId="{B0EBB456-9824-4A1F-89D9-4A8A613617C0}" type="presParOf" srcId="{E41C7308-D405-4BD1-930A-6FB3F0810B9D}" destId="{2CB7D84A-6485-4E2D-9A38-0A2A8C1484CF}" srcOrd="0" destOrd="0" presId="urn:microsoft.com/office/officeart/2005/8/layout/orgChart1"/>
    <dgm:cxn modelId="{F1CB905B-5B10-4182-9BA7-001B0268F4DA}" type="presParOf" srcId="{E41C7308-D405-4BD1-930A-6FB3F0810B9D}" destId="{4B62B991-C9FF-4215-92E4-026D85E8EB69}" srcOrd="1" destOrd="0" presId="urn:microsoft.com/office/officeart/2005/8/layout/orgChart1"/>
    <dgm:cxn modelId="{00601F3A-BC93-4DC5-86AE-7A52E55ED7DB}" type="presParOf" srcId="{4B62B991-C9FF-4215-92E4-026D85E8EB69}" destId="{7006550A-9313-4182-A102-15EEA31A03C5}" srcOrd="0" destOrd="0" presId="urn:microsoft.com/office/officeart/2005/8/layout/orgChart1"/>
    <dgm:cxn modelId="{5DED00B2-73C4-405D-BEB5-30F843E04877}" type="presParOf" srcId="{7006550A-9313-4182-A102-15EEA31A03C5}" destId="{ED3DD102-4488-4138-853C-E1C6759A7754}" srcOrd="0" destOrd="0" presId="urn:microsoft.com/office/officeart/2005/8/layout/orgChart1"/>
    <dgm:cxn modelId="{B5FA14A7-D75A-4CBE-A6B0-C3A69A736FA0}" type="presParOf" srcId="{7006550A-9313-4182-A102-15EEA31A03C5}" destId="{B7D0638F-0FBA-449A-900F-40469E61FE8F}" srcOrd="1" destOrd="0" presId="urn:microsoft.com/office/officeart/2005/8/layout/orgChart1"/>
    <dgm:cxn modelId="{3205021A-AA7A-42EC-B549-C1DB42142462}" type="presParOf" srcId="{4B62B991-C9FF-4215-92E4-026D85E8EB69}" destId="{EF66C6F8-8B00-4282-B500-07342E48CB43}" srcOrd="1" destOrd="0" presId="urn:microsoft.com/office/officeart/2005/8/layout/orgChart1"/>
    <dgm:cxn modelId="{77677590-AA36-4E49-812A-705F42A798BF}" type="presParOf" srcId="{4B62B991-C9FF-4215-92E4-026D85E8EB69}" destId="{6CD47B8D-97B0-46F7-B385-7DEBA982A5AA}" srcOrd="2" destOrd="0" presId="urn:microsoft.com/office/officeart/2005/8/layout/orgChart1"/>
    <dgm:cxn modelId="{A7DE84AF-8A4C-4BE8-93A5-09B083671FD3}" type="presParOf" srcId="{E41C7308-D405-4BD1-930A-6FB3F0810B9D}" destId="{27892243-CF80-4C0D-9FEA-D586534C11B7}" srcOrd="2" destOrd="0" presId="urn:microsoft.com/office/officeart/2005/8/layout/orgChart1"/>
    <dgm:cxn modelId="{D152D867-DB5C-46AA-A733-354FDF19A149}" type="presParOf" srcId="{E41C7308-D405-4BD1-930A-6FB3F0810B9D}" destId="{97387994-A131-486E-A7C5-08AE57092289}" srcOrd="3" destOrd="0" presId="urn:microsoft.com/office/officeart/2005/8/layout/orgChart1"/>
    <dgm:cxn modelId="{C013AE0E-725C-4F25-84E9-474CA388AEB8}" type="presParOf" srcId="{97387994-A131-486E-A7C5-08AE57092289}" destId="{96D43164-D7D7-4EDF-AFFC-FC386DDFEA7B}" srcOrd="0" destOrd="0" presId="urn:microsoft.com/office/officeart/2005/8/layout/orgChart1"/>
    <dgm:cxn modelId="{DF9C2F86-03FC-4941-A6E4-C8F3EBE80822}" type="presParOf" srcId="{96D43164-D7D7-4EDF-AFFC-FC386DDFEA7B}" destId="{637AC668-1741-40E3-B07E-05254FA019E4}" srcOrd="0" destOrd="0" presId="urn:microsoft.com/office/officeart/2005/8/layout/orgChart1"/>
    <dgm:cxn modelId="{CA80CE8C-CD5A-48A8-A371-422098EC03E0}" type="presParOf" srcId="{96D43164-D7D7-4EDF-AFFC-FC386DDFEA7B}" destId="{9EE461D7-8766-46D4-BB2F-BA7D7916CA84}" srcOrd="1" destOrd="0" presId="urn:microsoft.com/office/officeart/2005/8/layout/orgChart1"/>
    <dgm:cxn modelId="{97C49F0E-69E7-4CBB-A010-6DED0EE3CCD7}" type="presParOf" srcId="{97387994-A131-486E-A7C5-08AE57092289}" destId="{AB6F23AF-9275-452B-B417-75ADAE5EDCBC}" srcOrd="1" destOrd="0" presId="urn:microsoft.com/office/officeart/2005/8/layout/orgChart1"/>
    <dgm:cxn modelId="{6BBE292C-BEF4-4F6E-A754-659B3AA2DA5E}" type="presParOf" srcId="{97387994-A131-486E-A7C5-08AE57092289}" destId="{6B43F731-C66C-49D3-9CAE-F5C863C994A0}" srcOrd="2" destOrd="0" presId="urn:microsoft.com/office/officeart/2005/8/layout/orgChart1"/>
    <dgm:cxn modelId="{0AE83F7B-C3F2-4F64-B173-20AAF57C8FC4}" type="presParOf" srcId="{E41C7308-D405-4BD1-930A-6FB3F0810B9D}" destId="{10F945C3-DEA6-4A59-813A-8C37F4F53615}" srcOrd="4" destOrd="0" presId="urn:microsoft.com/office/officeart/2005/8/layout/orgChart1"/>
    <dgm:cxn modelId="{B6F86D5E-65AA-4566-A96D-C7E12AF56760}" type="presParOf" srcId="{E41C7308-D405-4BD1-930A-6FB3F0810B9D}" destId="{93ACFD69-F74D-44CA-996A-7205B642289E}" srcOrd="5" destOrd="0" presId="urn:microsoft.com/office/officeart/2005/8/layout/orgChart1"/>
    <dgm:cxn modelId="{8D2ABC90-6029-4A27-835D-5A1A581C295D}" type="presParOf" srcId="{93ACFD69-F74D-44CA-996A-7205B642289E}" destId="{40133503-5243-450D-80AE-A33E56ACC255}" srcOrd="0" destOrd="0" presId="urn:microsoft.com/office/officeart/2005/8/layout/orgChart1"/>
    <dgm:cxn modelId="{05D7A355-6DF5-4DDE-95B8-1D24F6296723}" type="presParOf" srcId="{40133503-5243-450D-80AE-A33E56ACC255}" destId="{7C6B2FC6-4C52-4D28-8FD4-779EF7DE67E8}" srcOrd="0" destOrd="0" presId="urn:microsoft.com/office/officeart/2005/8/layout/orgChart1"/>
    <dgm:cxn modelId="{C8C54591-F0BF-4880-A3DE-4D7723B7F7AE}" type="presParOf" srcId="{40133503-5243-450D-80AE-A33E56ACC255}" destId="{623AC505-4A22-4C52-99A1-D844CE2B6FA5}" srcOrd="1" destOrd="0" presId="urn:microsoft.com/office/officeart/2005/8/layout/orgChart1"/>
    <dgm:cxn modelId="{7DA14467-7AD1-47A6-A1B2-77410E2BAB8F}" type="presParOf" srcId="{93ACFD69-F74D-44CA-996A-7205B642289E}" destId="{4E1452E7-5D04-45B4-A203-341A92AE9FA1}" srcOrd="1" destOrd="0" presId="urn:microsoft.com/office/officeart/2005/8/layout/orgChart1"/>
    <dgm:cxn modelId="{638CC9C9-B9CE-489C-A29A-D791E80E8D6A}" type="presParOf" srcId="{93ACFD69-F74D-44CA-996A-7205B642289E}" destId="{33092DCA-046D-468B-B49A-ECCB7B3541BB}" srcOrd="2" destOrd="0" presId="urn:microsoft.com/office/officeart/2005/8/layout/orgChart1"/>
    <dgm:cxn modelId="{0B2586C0-44D5-4B60-B174-DD5F1D27DF6A}" type="presParOf" srcId="{7AF3615E-C77C-4A20-B9E6-BB11A6651C0B}" destId="{4E883067-7E91-41B1-B4DB-D1CFADCB217D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711724C8-1F3D-448D-B860-038E69E24119}" type="doc">
      <dgm:prSet loTypeId="urn:microsoft.com/office/officeart/2005/8/layout/orgChart1" loCatId="hierarchy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N"/>
        </a:p>
      </dgm:t>
    </dgm:pt>
    <dgm:pt modelId="{02AA79B5-B32A-4A98-8D36-748BF3B5687E}">
      <dgm:prSet phldrT="[Text]" phldr="0"/>
      <dgm:spPr/>
      <dgm:t>
        <a:bodyPr/>
        <a:lstStyle/>
        <a:p>
          <a:r>
            <a:rPr lang="en-US" dirty="0"/>
            <a:t>Total Car Issued</a:t>
          </a:r>
        </a:p>
        <a:p>
          <a:r>
            <a:rPr lang="en-IN" b="0" i="0" dirty="0"/>
            <a:t>892</a:t>
          </a:r>
          <a:endParaRPr lang="en-IN" dirty="0"/>
        </a:p>
      </dgm:t>
    </dgm:pt>
    <dgm:pt modelId="{1AD9B076-9772-48EB-B281-4263131570CC}" type="parTrans" cxnId="{66B802BC-A8FD-4A65-AB93-E1C13FE900E3}">
      <dgm:prSet/>
      <dgm:spPr/>
      <dgm:t>
        <a:bodyPr/>
        <a:lstStyle/>
        <a:p>
          <a:endParaRPr lang="en-IN"/>
        </a:p>
      </dgm:t>
    </dgm:pt>
    <dgm:pt modelId="{BB622D73-2E36-44C2-936C-53F94353B666}" type="sibTrans" cxnId="{66B802BC-A8FD-4A65-AB93-E1C13FE900E3}">
      <dgm:prSet/>
      <dgm:spPr/>
      <dgm:t>
        <a:bodyPr/>
        <a:lstStyle/>
        <a:p>
          <a:endParaRPr lang="en-IN"/>
        </a:p>
      </dgm:t>
    </dgm:pt>
    <dgm:pt modelId="{2689FEEB-83EE-4792-9C74-FF82F49CB466}">
      <dgm:prSet phldrT="[Text]" phldr="0"/>
      <dgm:spPr/>
      <dgm:t>
        <a:bodyPr/>
        <a:lstStyle/>
        <a:p>
          <a:r>
            <a:rPr lang="en-US" dirty="0"/>
            <a:t>Classic</a:t>
          </a:r>
          <a:br>
            <a:rPr lang="en-US" dirty="0"/>
          </a:br>
          <a:r>
            <a:rPr lang="en-US" dirty="0"/>
            <a:t>659</a:t>
          </a:r>
          <a:endParaRPr lang="en-IN" dirty="0"/>
        </a:p>
      </dgm:t>
    </dgm:pt>
    <dgm:pt modelId="{42FD0947-5168-4D24-B3E6-C6E3AB3537B5}" type="parTrans" cxnId="{E7634DBF-8E14-4F54-B223-BBD41E864E86}">
      <dgm:prSet/>
      <dgm:spPr/>
      <dgm:t>
        <a:bodyPr/>
        <a:lstStyle/>
        <a:p>
          <a:endParaRPr lang="en-IN"/>
        </a:p>
      </dgm:t>
    </dgm:pt>
    <dgm:pt modelId="{DF959159-A9B9-4405-A687-070EBE33C324}" type="sibTrans" cxnId="{E7634DBF-8E14-4F54-B223-BBD41E864E86}">
      <dgm:prSet/>
      <dgm:spPr/>
      <dgm:t>
        <a:bodyPr/>
        <a:lstStyle/>
        <a:p>
          <a:endParaRPr lang="en-IN"/>
        </a:p>
      </dgm:t>
    </dgm:pt>
    <dgm:pt modelId="{37020E41-B687-43F5-B4CB-A3265EC012A2}">
      <dgm:prSet phldrT="[Text]" phldr="0"/>
      <dgm:spPr/>
      <dgm:t>
        <a:bodyPr/>
        <a:lstStyle/>
        <a:p>
          <a:r>
            <a:rPr lang="en-US" dirty="0"/>
            <a:t>Junior</a:t>
          </a:r>
        </a:p>
        <a:p>
          <a:r>
            <a:rPr lang="en-IN" dirty="0"/>
            <a:t>145</a:t>
          </a:r>
        </a:p>
      </dgm:t>
    </dgm:pt>
    <dgm:pt modelId="{750A92B9-65AD-403B-BE45-77980E0CBCBB}" type="parTrans" cxnId="{2E5A1ECB-B7ED-4114-83F3-B385524DAF61}">
      <dgm:prSet/>
      <dgm:spPr/>
      <dgm:t>
        <a:bodyPr/>
        <a:lstStyle/>
        <a:p>
          <a:endParaRPr lang="en-IN"/>
        </a:p>
      </dgm:t>
    </dgm:pt>
    <dgm:pt modelId="{2CA35EC3-3193-4123-B08F-BA4057F07E04}" type="sibTrans" cxnId="{2E5A1ECB-B7ED-4114-83F3-B385524DAF61}">
      <dgm:prSet/>
      <dgm:spPr/>
      <dgm:t>
        <a:bodyPr/>
        <a:lstStyle/>
        <a:p>
          <a:endParaRPr lang="en-IN"/>
        </a:p>
      </dgm:t>
    </dgm:pt>
    <dgm:pt modelId="{A2ECC64B-1852-4D04-84BF-4250D02EE763}">
      <dgm:prSet phldrT="[Text]" phldr="0"/>
      <dgm:spPr/>
      <dgm:t>
        <a:bodyPr/>
        <a:lstStyle/>
        <a:p>
          <a:r>
            <a:rPr lang="en-US" dirty="0"/>
            <a:t>Gold</a:t>
          </a:r>
        </a:p>
        <a:p>
          <a:r>
            <a:rPr lang="en-IN" dirty="0"/>
            <a:t>88</a:t>
          </a:r>
        </a:p>
      </dgm:t>
    </dgm:pt>
    <dgm:pt modelId="{FD527497-0173-4C60-A19D-C696F35AAEBD}" type="parTrans" cxnId="{E6E24D71-F9F2-4F67-B06D-BAF0BBC16AC8}">
      <dgm:prSet/>
      <dgm:spPr/>
      <dgm:t>
        <a:bodyPr/>
        <a:lstStyle/>
        <a:p>
          <a:endParaRPr lang="en-IN"/>
        </a:p>
      </dgm:t>
    </dgm:pt>
    <dgm:pt modelId="{67906F2C-8464-4913-9C48-C5E8F5E1336E}" type="sibTrans" cxnId="{E6E24D71-F9F2-4F67-B06D-BAF0BBC16AC8}">
      <dgm:prSet/>
      <dgm:spPr/>
      <dgm:t>
        <a:bodyPr/>
        <a:lstStyle/>
        <a:p>
          <a:endParaRPr lang="en-IN"/>
        </a:p>
      </dgm:t>
    </dgm:pt>
    <dgm:pt modelId="{B59FB923-4392-4CA4-8E36-014F638A3ACF}" type="pres">
      <dgm:prSet presAssocID="{711724C8-1F3D-448D-B860-038E69E24119}" presName="hierChild1" presStyleCnt="0">
        <dgm:presLayoutVars>
          <dgm:orgChart val="1"/>
          <dgm:chPref val="1"/>
          <dgm:dir/>
          <dgm:animOne val="branch"/>
          <dgm:animLvl val="lvl"/>
          <dgm:resizeHandles/>
        </dgm:presLayoutVars>
      </dgm:prSet>
      <dgm:spPr/>
    </dgm:pt>
    <dgm:pt modelId="{A3557C43-FC7B-4DDA-87F1-ADB2CC1BF9D2}" type="pres">
      <dgm:prSet presAssocID="{02AA79B5-B32A-4A98-8D36-748BF3B5687E}" presName="hierRoot1" presStyleCnt="0">
        <dgm:presLayoutVars>
          <dgm:hierBranch val="init"/>
        </dgm:presLayoutVars>
      </dgm:prSet>
      <dgm:spPr/>
    </dgm:pt>
    <dgm:pt modelId="{8DCD3217-B101-40BF-9116-802143FA5C6E}" type="pres">
      <dgm:prSet presAssocID="{02AA79B5-B32A-4A98-8D36-748BF3B5687E}" presName="rootComposite1" presStyleCnt="0"/>
      <dgm:spPr/>
    </dgm:pt>
    <dgm:pt modelId="{DCA1F748-371E-4FA5-BB1B-8E8B9AD99746}" type="pres">
      <dgm:prSet presAssocID="{02AA79B5-B32A-4A98-8D36-748BF3B5687E}" presName="rootText1" presStyleLbl="node0" presStyleIdx="0" presStyleCnt="1">
        <dgm:presLayoutVars>
          <dgm:chPref val="3"/>
        </dgm:presLayoutVars>
      </dgm:prSet>
      <dgm:spPr/>
    </dgm:pt>
    <dgm:pt modelId="{E7FCD7AE-97CF-4BDD-AE69-65CE437D7CB1}" type="pres">
      <dgm:prSet presAssocID="{02AA79B5-B32A-4A98-8D36-748BF3B5687E}" presName="rootConnector1" presStyleLbl="node1" presStyleIdx="0" presStyleCnt="0"/>
      <dgm:spPr/>
    </dgm:pt>
    <dgm:pt modelId="{24A6016E-D0A3-4721-B162-244040B28E61}" type="pres">
      <dgm:prSet presAssocID="{02AA79B5-B32A-4A98-8D36-748BF3B5687E}" presName="hierChild2" presStyleCnt="0"/>
      <dgm:spPr/>
    </dgm:pt>
    <dgm:pt modelId="{08EA0E42-C938-42A0-B8B6-860D21DFAFAF}" type="pres">
      <dgm:prSet presAssocID="{42FD0947-5168-4D24-B3E6-C6E3AB3537B5}" presName="Name37" presStyleLbl="parChTrans1D2" presStyleIdx="0" presStyleCnt="3"/>
      <dgm:spPr/>
    </dgm:pt>
    <dgm:pt modelId="{132659CC-E60F-4EFA-9D71-EA5A32A85BDF}" type="pres">
      <dgm:prSet presAssocID="{2689FEEB-83EE-4792-9C74-FF82F49CB466}" presName="hierRoot2" presStyleCnt="0">
        <dgm:presLayoutVars>
          <dgm:hierBranch val="l"/>
        </dgm:presLayoutVars>
      </dgm:prSet>
      <dgm:spPr/>
    </dgm:pt>
    <dgm:pt modelId="{30C48330-4496-43A1-BB2F-33C239627DE1}" type="pres">
      <dgm:prSet presAssocID="{2689FEEB-83EE-4792-9C74-FF82F49CB466}" presName="rootComposite" presStyleCnt="0"/>
      <dgm:spPr/>
    </dgm:pt>
    <dgm:pt modelId="{42EB537D-9C62-4C68-BE04-6B36BCC6FD2D}" type="pres">
      <dgm:prSet presAssocID="{2689FEEB-83EE-4792-9C74-FF82F49CB466}" presName="rootText" presStyleLbl="node2" presStyleIdx="0" presStyleCnt="3">
        <dgm:presLayoutVars>
          <dgm:chPref val="3"/>
        </dgm:presLayoutVars>
      </dgm:prSet>
      <dgm:spPr/>
    </dgm:pt>
    <dgm:pt modelId="{6995F5ED-7F7E-461B-94C8-D93D4BF88910}" type="pres">
      <dgm:prSet presAssocID="{2689FEEB-83EE-4792-9C74-FF82F49CB466}" presName="rootConnector" presStyleLbl="node2" presStyleIdx="0" presStyleCnt="3"/>
      <dgm:spPr/>
    </dgm:pt>
    <dgm:pt modelId="{CE814777-002C-4A3D-88B3-477F5955CFB1}" type="pres">
      <dgm:prSet presAssocID="{2689FEEB-83EE-4792-9C74-FF82F49CB466}" presName="hierChild4" presStyleCnt="0"/>
      <dgm:spPr/>
    </dgm:pt>
    <dgm:pt modelId="{56639DC8-0A7C-46E8-8CA1-A5ACE7324A74}" type="pres">
      <dgm:prSet presAssocID="{2689FEEB-83EE-4792-9C74-FF82F49CB466}" presName="hierChild5" presStyleCnt="0"/>
      <dgm:spPr/>
    </dgm:pt>
    <dgm:pt modelId="{7235BAA0-7F42-475F-836A-A29723E6012C}" type="pres">
      <dgm:prSet presAssocID="{750A92B9-65AD-403B-BE45-77980E0CBCBB}" presName="Name37" presStyleLbl="parChTrans1D2" presStyleIdx="1" presStyleCnt="3"/>
      <dgm:spPr/>
    </dgm:pt>
    <dgm:pt modelId="{F5B20B80-E662-46EE-9CDD-0D7DBC255EAD}" type="pres">
      <dgm:prSet presAssocID="{37020E41-B687-43F5-B4CB-A3265EC012A2}" presName="hierRoot2" presStyleCnt="0">
        <dgm:presLayoutVars>
          <dgm:hierBranch val="init"/>
        </dgm:presLayoutVars>
      </dgm:prSet>
      <dgm:spPr/>
    </dgm:pt>
    <dgm:pt modelId="{4A01E201-E100-48CC-A2BE-21319602644B}" type="pres">
      <dgm:prSet presAssocID="{37020E41-B687-43F5-B4CB-A3265EC012A2}" presName="rootComposite" presStyleCnt="0"/>
      <dgm:spPr/>
    </dgm:pt>
    <dgm:pt modelId="{32B8C780-B99A-47B2-9617-FF57AA11B56B}" type="pres">
      <dgm:prSet presAssocID="{37020E41-B687-43F5-B4CB-A3265EC012A2}" presName="rootText" presStyleLbl="node2" presStyleIdx="1" presStyleCnt="3">
        <dgm:presLayoutVars>
          <dgm:chPref val="3"/>
        </dgm:presLayoutVars>
      </dgm:prSet>
      <dgm:spPr/>
    </dgm:pt>
    <dgm:pt modelId="{4DDBD2D3-0DBB-4E0F-A555-9EDCBC2B94D2}" type="pres">
      <dgm:prSet presAssocID="{37020E41-B687-43F5-B4CB-A3265EC012A2}" presName="rootConnector" presStyleLbl="node2" presStyleIdx="1" presStyleCnt="3"/>
      <dgm:spPr/>
    </dgm:pt>
    <dgm:pt modelId="{23FBDF4F-7A7F-471B-ACE5-5AE690D42C9E}" type="pres">
      <dgm:prSet presAssocID="{37020E41-B687-43F5-B4CB-A3265EC012A2}" presName="hierChild4" presStyleCnt="0"/>
      <dgm:spPr/>
    </dgm:pt>
    <dgm:pt modelId="{1BCA180B-0693-45C9-8660-152056866B11}" type="pres">
      <dgm:prSet presAssocID="{37020E41-B687-43F5-B4CB-A3265EC012A2}" presName="hierChild5" presStyleCnt="0"/>
      <dgm:spPr/>
    </dgm:pt>
    <dgm:pt modelId="{91864904-F34A-48A2-985B-A20FB2390BAC}" type="pres">
      <dgm:prSet presAssocID="{FD527497-0173-4C60-A19D-C696F35AAEBD}" presName="Name37" presStyleLbl="parChTrans1D2" presStyleIdx="2" presStyleCnt="3"/>
      <dgm:spPr/>
    </dgm:pt>
    <dgm:pt modelId="{F3302FDA-8362-4B76-8791-EAB04EE6E166}" type="pres">
      <dgm:prSet presAssocID="{A2ECC64B-1852-4D04-84BF-4250D02EE763}" presName="hierRoot2" presStyleCnt="0">
        <dgm:presLayoutVars>
          <dgm:hierBranch val="init"/>
        </dgm:presLayoutVars>
      </dgm:prSet>
      <dgm:spPr/>
    </dgm:pt>
    <dgm:pt modelId="{436D029D-546F-4F57-B0E2-FE3CCF3FCCF8}" type="pres">
      <dgm:prSet presAssocID="{A2ECC64B-1852-4D04-84BF-4250D02EE763}" presName="rootComposite" presStyleCnt="0"/>
      <dgm:spPr/>
    </dgm:pt>
    <dgm:pt modelId="{66EC3440-2713-48AF-851A-E4F1AB893434}" type="pres">
      <dgm:prSet presAssocID="{A2ECC64B-1852-4D04-84BF-4250D02EE763}" presName="rootText" presStyleLbl="node2" presStyleIdx="2" presStyleCnt="3">
        <dgm:presLayoutVars>
          <dgm:chPref val="3"/>
        </dgm:presLayoutVars>
      </dgm:prSet>
      <dgm:spPr/>
    </dgm:pt>
    <dgm:pt modelId="{C35EF651-2435-4613-90CC-40B8EA521417}" type="pres">
      <dgm:prSet presAssocID="{A2ECC64B-1852-4D04-84BF-4250D02EE763}" presName="rootConnector" presStyleLbl="node2" presStyleIdx="2" presStyleCnt="3"/>
      <dgm:spPr/>
    </dgm:pt>
    <dgm:pt modelId="{9A7CFDDC-4552-4C19-B3D9-4964ACAEE345}" type="pres">
      <dgm:prSet presAssocID="{A2ECC64B-1852-4D04-84BF-4250D02EE763}" presName="hierChild4" presStyleCnt="0"/>
      <dgm:spPr/>
    </dgm:pt>
    <dgm:pt modelId="{41DCD2F8-4A78-4E89-B385-183CAA696614}" type="pres">
      <dgm:prSet presAssocID="{A2ECC64B-1852-4D04-84BF-4250D02EE763}" presName="hierChild5" presStyleCnt="0"/>
      <dgm:spPr/>
    </dgm:pt>
    <dgm:pt modelId="{B65B351B-5302-4A95-937F-31DACA2CD1B7}" type="pres">
      <dgm:prSet presAssocID="{02AA79B5-B32A-4A98-8D36-748BF3B5687E}" presName="hierChild3" presStyleCnt="0"/>
      <dgm:spPr/>
    </dgm:pt>
  </dgm:ptLst>
  <dgm:cxnLst>
    <dgm:cxn modelId="{67138C07-7485-4D7A-AC40-AEABA71D8CDC}" type="presOf" srcId="{37020E41-B687-43F5-B4CB-A3265EC012A2}" destId="{4DDBD2D3-0DBB-4E0F-A555-9EDCBC2B94D2}" srcOrd="1" destOrd="0" presId="urn:microsoft.com/office/officeart/2005/8/layout/orgChart1"/>
    <dgm:cxn modelId="{D1D7100C-C67F-4D3E-8FEC-ADB8E3EB6B50}" type="presOf" srcId="{2689FEEB-83EE-4792-9C74-FF82F49CB466}" destId="{42EB537D-9C62-4C68-BE04-6B36BCC6FD2D}" srcOrd="0" destOrd="0" presId="urn:microsoft.com/office/officeart/2005/8/layout/orgChart1"/>
    <dgm:cxn modelId="{E066A910-9720-4623-B020-6C5D7F1D080D}" type="presOf" srcId="{FD527497-0173-4C60-A19D-C696F35AAEBD}" destId="{91864904-F34A-48A2-985B-A20FB2390BAC}" srcOrd="0" destOrd="0" presId="urn:microsoft.com/office/officeart/2005/8/layout/orgChart1"/>
    <dgm:cxn modelId="{C3046E40-EBA7-4DC6-9245-A00899097E3E}" type="presOf" srcId="{02AA79B5-B32A-4A98-8D36-748BF3B5687E}" destId="{E7FCD7AE-97CF-4BDD-AE69-65CE437D7CB1}" srcOrd="1" destOrd="0" presId="urn:microsoft.com/office/officeart/2005/8/layout/orgChart1"/>
    <dgm:cxn modelId="{D79D9E63-9272-4D7B-A1A1-78488DB9D657}" type="presOf" srcId="{02AA79B5-B32A-4A98-8D36-748BF3B5687E}" destId="{DCA1F748-371E-4FA5-BB1B-8E8B9AD99746}" srcOrd="0" destOrd="0" presId="urn:microsoft.com/office/officeart/2005/8/layout/orgChart1"/>
    <dgm:cxn modelId="{65ECA645-8F6F-4105-994F-777AD7B3D99A}" type="presOf" srcId="{37020E41-B687-43F5-B4CB-A3265EC012A2}" destId="{32B8C780-B99A-47B2-9617-FF57AA11B56B}" srcOrd="0" destOrd="0" presId="urn:microsoft.com/office/officeart/2005/8/layout/orgChart1"/>
    <dgm:cxn modelId="{2E2B8D49-BA21-4D6E-97D4-90EA843A4FC5}" type="presOf" srcId="{A2ECC64B-1852-4D04-84BF-4250D02EE763}" destId="{C35EF651-2435-4613-90CC-40B8EA521417}" srcOrd="1" destOrd="0" presId="urn:microsoft.com/office/officeart/2005/8/layout/orgChart1"/>
    <dgm:cxn modelId="{9AD7B369-4129-4558-8C2B-616CEC73A52A}" type="presOf" srcId="{711724C8-1F3D-448D-B860-038E69E24119}" destId="{B59FB923-4392-4CA4-8E36-014F638A3ACF}" srcOrd="0" destOrd="0" presId="urn:microsoft.com/office/officeart/2005/8/layout/orgChart1"/>
    <dgm:cxn modelId="{E6E24D71-F9F2-4F67-B06D-BAF0BBC16AC8}" srcId="{02AA79B5-B32A-4A98-8D36-748BF3B5687E}" destId="{A2ECC64B-1852-4D04-84BF-4250D02EE763}" srcOrd="2" destOrd="0" parTransId="{FD527497-0173-4C60-A19D-C696F35AAEBD}" sibTransId="{67906F2C-8464-4913-9C48-C5E8F5E1336E}"/>
    <dgm:cxn modelId="{9383BB7F-4336-4AA1-8AD9-BFE52B6028C5}" type="presOf" srcId="{2689FEEB-83EE-4792-9C74-FF82F49CB466}" destId="{6995F5ED-7F7E-461B-94C8-D93D4BF88910}" srcOrd="1" destOrd="0" presId="urn:microsoft.com/office/officeart/2005/8/layout/orgChart1"/>
    <dgm:cxn modelId="{EF2E8A9C-ACB1-49FE-9B50-85DB1AC47E23}" type="presOf" srcId="{42FD0947-5168-4D24-B3E6-C6E3AB3537B5}" destId="{08EA0E42-C938-42A0-B8B6-860D21DFAFAF}" srcOrd="0" destOrd="0" presId="urn:microsoft.com/office/officeart/2005/8/layout/orgChart1"/>
    <dgm:cxn modelId="{E79B80AE-D144-42EA-961F-7BCFE2F2FEB8}" type="presOf" srcId="{750A92B9-65AD-403B-BE45-77980E0CBCBB}" destId="{7235BAA0-7F42-475F-836A-A29723E6012C}" srcOrd="0" destOrd="0" presId="urn:microsoft.com/office/officeart/2005/8/layout/orgChart1"/>
    <dgm:cxn modelId="{66B802BC-A8FD-4A65-AB93-E1C13FE900E3}" srcId="{711724C8-1F3D-448D-B860-038E69E24119}" destId="{02AA79B5-B32A-4A98-8D36-748BF3B5687E}" srcOrd="0" destOrd="0" parTransId="{1AD9B076-9772-48EB-B281-4263131570CC}" sibTransId="{BB622D73-2E36-44C2-936C-53F94353B666}"/>
    <dgm:cxn modelId="{E7634DBF-8E14-4F54-B223-BBD41E864E86}" srcId="{02AA79B5-B32A-4A98-8D36-748BF3B5687E}" destId="{2689FEEB-83EE-4792-9C74-FF82F49CB466}" srcOrd="0" destOrd="0" parTransId="{42FD0947-5168-4D24-B3E6-C6E3AB3537B5}" sibTransId="{DF959159-A9B9-4405-A687-070EBE33C324}"/>
    <dgm:cxn modelId="{2E5A1ECB-B7ED-4114-83F3-B385524DAF61}" srcId="{02AA79B5-B32A-4A98-8D36-748BF3B5687E}" destId="{37020E41-B687-43F5-B4CB-A3265EC012A2}" srcOrd="1" destOrd="0" parTransId="{750A92B9-65AD-403B-BE45-77980E0CBCBB}" sibTransId="{2CA35EC3-3193-4123-B08F-BA4057F07E04}"/>
    <dgm:cxn modelId="{3B8DC9E4-A434-4A80-814C-35C3E0AE7181}" type="presOf" srcId="{A2ECC64B-1852-4D04-84BF-4250D02EE763}" destId="{66EC3440-2713-48AF-851A-E4F1AB893434}" srcOrd="0" destOrd="0" presId="urn:microsoft.com/office/officeart/2005/8/layout/orgChart1"/>
    <dgm:cxn modelId="{F8541951-04A0-4067-BDB4-9D8FFA1925A5}" type="presParOf" srcId="{B59FB923-4392-4CA4-8E36-014F638A3ACF}" destId="{A3557C43-FC7B-4DDA-87F1-ADB2CC1BF9D2}" srcOrd="0" destOrd="0" presId="urn:microsoft.com/office/officeart/2005/8/layout/orgChart1"/>
    <dgm:cxn modelId="{A832A13D-1C64-46C4-8381-DD302658A1B8}" type="presParOf" srcId="{A3557C43-FC7B-4DDA-87F1-ADB2CC1BF9D2}" destId="{8DCD3217-B101-40BF-9116-802143FA5C6E}" srcOrd="0" destOrd="0" presId="urn:microsoft.com/office/officeart/2005/8/layout/orgChart1"/>
    <dgm:cxn modelId="{6A315D9D-310B-4A58-8E38-72539D354C23}" type="presParOf" srcId="{8DCD3217-B101-40BF-9116-802143FA5C6E}" destId="{DCA1F748-371E-4FA5-BB1B-8E8B9AD99746}" srcOrd="0" destOrd="0" presId="urn:microsoft.com/office/officeart/2005/8/layout/orgChart1"/>
    <dgm:cxn modelId="{6E00F74A-6A9B-4EF6-B249-050943BD7F41}" type="presParOf" srcId="{8DCD3217-B101-40BF-9116-802143FA5C6E}" destId="{E7FCD7AE-97CF-4BDD-AE69-65CE437D7CB1}" srcOrd="1" destOrd="0" presId="urn:microsoft.com/office/officeart/2005/8/layout/orgChart1"/>
    <dgm:cxn modelId="{40F7DAC8-38AB-4D15-A15F-B52156985A69}" type="presParOf" srcId="{A3557C43-FC7B-4DDA-87F1-ADB2CC1BF9D2}" destId="{24A6016E-D0A3-4721-B162-244040B28E61}" srcOrd="1" destOrd="0" presId="urn:microsoft.com/office/officeart/2005/8/layout/orgChart1"/>
    <dgm:cxn modelId="{EA70F319-5B61-48F0-A2B0-1CD57BF05857}" type="presParOf" srcId="{24A6016E-D0A3-4721-B162-244040B28E61}" destId="{08EA0E42-C938-42A0-B8B6-860D21DFAFAF}" srcOrd="0" destOrd="0" presId="urn:microsoft.com/office/officeart/2005/8/layout/orgChart1"/>
    <dgm:cxn modelId="{BEF77331-2433-4003-A9DB-21724126B14E}" type="presParOf" srcId="{24A6016E-D0A3-4721-B162-244040B28E61}" destId="{132659CC-E60F-4EFA-9D71-EA5A32A85BDF}" srcOrd="1" destOrd="0" presId="urn:microsoft.com/office/officeart/2005/8/layout/orgChart1"/>
    <dgm:cxn modelId="{FE74EF99-1919-4E3E-BFDF-EB168A3C884C}" type="presParOf" srcId="{132659CC-E60F-4EFA-9D71-EA5A32A85BDF}" destId="{30C48330-4496-43A1-BB2F-33C239627DE1}" srcOrd="0" destOrd="0" presId="urn:microsoft.com/office/officeart/2005/8/layout/orgChart1"/>
    <dgm:cxn modelId="{C6F9D59D-B721-4F9F-BFAB-BDF0F5927BAB}" type="presParOf" srcId="{30C48330-4496-43A1-BB2F-33C239627DE1}" destId="{42EB537D-9C62-4C68-BE04-6B36BCC6FD2D}" srcOrd="0" destOrd="0" presId="urn:microsoft.com/office/officeart/2005/8/layout/orgChart1"/>
    <dgm:cxn modelId="{493133F5-84EC-42BD-BE7C-3B32AC6AB298}" type="presParOf" srcId="{30C48330-4496-43A1-BB2F-33C239627DE1}" destId="{6995F5ED-7F7E-461B-94C8-D93D4BF88910}" srcOrd="1" destOrd="0" presId="urn:microsoft.com/office/officeart/2005/8/layout/orgChart1"/>
    <dgm:cxn modelId="{1C5BCF17-19E9-4221-8076-002CFF9F9057}" type="presParOf" srcId="{132659CC-E60F-4EFA-9D71-EA5A32A85BDF}" destId="{CE814777-002C-4A3D-88B3-477F5955CFB1}" srcOrd="1" destOrd="0" presId="urn:microsoft.com/office/officeart/2005/8/layout/orgChart1"/>
    <dgm:cxn modelId="{84E96594-8F7E-4052-9FBC-423807E0B08C}" type="presParOf" srcId="{132659CC-E60F-4EFA-9D71-EA5A32A85BDF}" destId="{56639DC8-0A7C-46E8-8CA1-A5ACE7324A74}" srcOrd="2" destOrd="0" presId="urn:microsoft.com/office/officeart/2005/8/layout/orgChart1"/>
    <dgm:cxn modelId="{D49EC111-A8F1-40A0-8655-CBF1E3072C1E}" type="presParOf" srcId="{24A6016E-D0A3-4721-B162-244040B28E61}" destId="{7235BAA0-7F42-475F-836A-A29723E6012C}" srcOrd="2" destOrd="0" presId="urn:microsoft.com/office/officeart/2005/8/layout/orgChart1"/>
    <dgm:cxn modelId="{D938D57F-5D1E-4A7D-8D08-9C0F5388BDF9}" type="presParOf" srcId="{24A6016E-D0A3-4721-B162-244040B28E61}" destId="{F5B20B80-E662-46EE-9CDD-0D7DBC255EAD}" srcOrd="3" destOrd="0" presId="urn:microsoft.com/office/officeart/2005/8/layout/orgChart1"/>
    <dgm:cxn modelId="{B38A90BC-F9CD-4C58-B0BC-D000994D4876}" type="presParOf" srcId="{F5B20B80-E662-46EE-9CDD-0D7DBC255EAD}" destId="{4A01E201-E100-48CC-A2BE-21319602644B}" srcOrd="0" destOrd="0" presId="urn:microsoft.com/office/officeart/2005/8/layout/orgChart1"/>
    <dgm:cxn modelId="{E115556B-7C04-46A4-B4D5-F93DBF7A4B76}" type="presParOf" srcId="{4A01E201-E100-48CC-A2BE-21319602644B}" destId="{32B8C780-B99A-47B2-9617-FF57AA11B56B}" srcOrd="0" destOrd="0" presId="urn:microsoft.com/office/officeart/2005/8/layout/orgChart1"/>
    <dgm:cxn modelId="{C9B3D116-2F76-4147-AA57-5339E8A360D5}" type="presParOf" srcId="{4A01E201-E100-48CC-A2BE-21319602644B}" destId="{4DDBD2D3-0DBB-4E0F-A555-9EDCBC2B94D2}" srcOrd="1" destOrd="0" presId="urn:microsoft.com/office/officeart/2005/8/layout/orgChart1"/>
    <dgm:cxn modelId="{B19CE087-B186-4199-B22E-EF68B8C5C787}" type="presParOf" srcId="{F5B20B80-E662-46EE-9CDD-0D7DBC255EAD}" destId="{23FBDF4F-7A7F-471B-ACE5-5AE690D42C9E}" srcOrd="1" destOrd="0" presId="urn:microsoft.com/office/officeart/2005/8/layout/orgChart1"/>
    <dgm:cxn modelId="{D97E00E1-DF43-4CBE-B8DE-E71666CA2691}" type="presParOf" srcId="{F5B20B80-E662-46EE-9CDD-0D7DBC255EAD}" destId="{1BCA180B-0693-45C9-8660-152056866B11}" srcOrd="2" destOrd="0" presId="urn:microsoft.com/office/officeart/2005/8/layout/orgChart1"/>
    <dgm:cxn modelId="{2CE15171-7355-43A5-B5E0-7F4059B07169}" type="presParOf" srcId="{24A6016E-D0A3-4721-B162-244040B28E61}" destId="{91864904-F34A-48A2-985B-A20FB2390BAC}" srcOrd="4" destOrd="0" presId="urn:microsoft.com/office/officeart/2005/8/layout/orgChart1"/>
    <dgm:cxn modelId="{344245A5-41C6-4C15-9C7F-A2B519444F76}" type="presParOf" srcId="{24A6016E-D0A3-4721-B162-244040B28E61}" destId="{F3302FDA-8362-4B76-8791-EAB04EE6E166}" srcOrd="5" destOrd="0" presId="urn:microsoft.com/office/officeart/2005/8/layout/orgChart1"/>
    <dgm:cxn modelId="{A19C631E-00B4-4A82-9B3C-EAB362E01DB6}" type="presParOf" srcId="{F3302FDA-8362-4B76-8791-EAB04EE6E166}" destId="{436D029D-546F-4F57-B0E2-FE3CCF3FCCF8}" srcOrd="0" destOrd="0" presId="urn:microsoft.com/office/officeart/2005/8/layout/orgChart1"/>
    <dgm:cxn modelId="{595ADA57-72FA-4B4F-A6D5-FAFD37FE037C}" type="presParOf" srcId="{436D029D-546F-4F57-B0E2-FE3CCF3FCCF8}" destId="{66EC3440-2713-48AF-851A-E4F1AB893434}" srcOrd="0" destOrd="0" presId="urn:microsoft.com/office/officeart/2005/8/layout/orgChart1"/>
    <dgm:cxn modelId="{5D87DF2A-27B9-4F0A-ABE2-2CF984007940}" type="presParOf" srcId="{436D029D-546F-4F57-B0E2-FE3CCF3FCCF8}" destId="{C35EF651-2435-4613-90CC-40B8EA521417}" srcOrd="1" destOrd="0" presId="urn:microsoft.com/office/officeart/2005/8/layout/orgChart1"/>
    <dgm:cxn modelId="{D75ED7C1-B8B3-41CE-A682-1133109B07D2}" type="presParOf" srcId="{F3302FDA-8362-4B76-8791-EAB04EE6E166}" destId="{9A7CFDDC-4552-4C19-B3D9-4964ACAEE345}" srcOrd="1" destOrd="0" presId="urn:microsoft.com/office/officeart/2005/8/layout/orgChart1"/>
    <dgm:cxn modelId="{CA381313-1456-4CDE-8B42-D051E4882281}" type="presParOf" srcId="{F3302FDA-8362-4B76-8791-EAB04EE6E166}" destId="{41DCD2F8-4A78-4E89-B385-183CAA696614}" srcOrd="2" destOrd="0" presId="urn:microsoft.com/office/officeart/2005/8/layout/orgChart1"/>
    <dgm:cxn modelId="{F1E0D360-C960-4435-895C-EA339D8EFE14}" type="presParOf" srcId="{A3557C43-FC7B-4DDA-87F1-ADB2CC1BF9D2}" destId="{B65B351B-5302-4A95-937F-31DACA2CD1B7}" srcOrd="2" destOrd="0" presId="urn:microsoft.com/office/officeart/2005/8/layout/orgChar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D597F87A-70D3-48DE-A0A3-02D92F34347F}" type="doc">
      <dgm:prSet loTypeId="urn:microsoft.com/office/officeart/2005/8/layout/chevron1" loCatId="process" qsTypeId="urn:microsoft.com/office/officeart/2005/8/quickstyle/simple1" qsCatId="simple" csTypeId="urn:microsoft.com/office/officeart/2005/8/colors/accent1_2" csCatId="accent1" phldr="1"/>
      <dgm:spPr/>
    </dgm:pt>
    <dgm:pt modelId="{65F0189C-92A4-4086-9B26-DF4C829F8E78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Data Cleaning </a:t>
          </a:r>
        </a:p>
      </dgm:t>
    </dgm:pt>
    <dgm:pt modelId="{4A1BEE1A-BCD6-47B8-BDF1-00C5F2C3CD3C}" type="parTrans" cxnId="{BA282FE2-B1A3-4820-BE06-304C4C434FEF}">
      <dgm:prSet/>
      <dgm:spPr/>
      <dgm:t>
        <a:bodyPr/>
        <a:lstStyle/>
        <a:p>
          <a:endParaRPr lang="en-IN"/>
        </a:p>
      </dgm:t>
    </dgm:pt>
    <dgm:pt modelId="{41F9C79A-5328-4CD7-8053-1E057B2044E5}" type="sibTrans" cxnId="{BA282FE2-B1A3-4820-BE06-304C4C434FEF}">
      <dgm:prSet/>
      <dgm:spPr/>
      <dgm:t>
        <a:bodyPr/>
        <a:lstStyle/>
        <a:p>
          <a:endParaRPr lang="en-IN"/>
        </a:p>
      </dgm:t>
    </dgm:pt>
    <dgm:pt modelId="{F2106638-F2E8-4C7C-ACB7-FBC33FF7C127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Feature Engineering </a:t>
          </a:r>
        </a:p>
      </dgm:t>
    </dgm:pt>
    <dgm:pt modelId="{B75559E9-EBE4-416B-A95D-ABEB6FAF74F7}" type="parTrans" cxnId="{582117A8-5354-43C6-98D8-71047E2542B3}">
      <dgm:prSet/>
      <dgm:spPr/>
      <dgm:t>
        <a:bodyPr/>
        <a:lstStyle/>
        <a:p>
          <a:endParaRPr lang="en-IN"/>
        </a:p>
      </dgm:t>
    </dgm:pt>
    <dgm:pt modelId="{E5DCE5E5-BDBB-4F32-9641-30364E997C0A}" type="sibTrans" cxnId="{582117A8-5354-43C6-98D8-71047E2542B3}">
      <dgm:prSet/>
      <dgm:spPr/>
      <dgm:t>
        <a:bodyPr/>
        <a:lstStyle/>
        <a:p>
          <a:endParaRPr lang="en-IN"/>
        </a:p>
      </dgm:t>
    </dgm:pt>
    <dgm:pt modelId="{C9F3C112-10D4-49BB-8FB4-8B5A7A1E51D0}">
      <dgm:prSet phldrT="[Text]"/>
      <dgm:spPr/>
      <dgm:t>
        <a:bodyPr/>
        <a:lstStyle/>
        <a:p>
          <a:pPr>
            <a:buFont typeface="Arial" panose="020B0604020202020204" pitchFamily="34" charset="0"/>
            <a:buChar char="•"/>
          </a:pPr>
          <a:r>
            <a:rPr lang="en-IN" dirty="0"/>
            <a:t>Train-Test Split </a:t>
          </a:r>
        </a:p>
      </dgm:t>
    </dgm:pt>
    <dgm:pt modelId="{591FE9B7-33E6-4C54-95CB-7171ED627278}" type="parTrans" cxnId="{C6D8B29B-4D9A-4158-B313-652DE4F97BB4}">
      <dgm:prSet/>
      <dgm:spPr/>
      <dgm:t>
        <a:bodyPr/>
        <a:lstStyle/>
        <a:p>
          <a:endParaRPr lang="en-IN"/>
        </a:p>
      </dgm:t>
    </dgm:pt>
    <dgm:pt modelId="{ADCAB2B6-0A2F-4765-B8E2-F86AEE1B05EC}" type="sibTrans" cxnId="{C6D8B29B-4D9A-4158-B313-652DE4F97BB4}">
      <dgm:prSet/>
      <dgm:spPr/>
      <dgm:t>
        <a:bodyPr/>
        <a:lstStyle/>
        <a:p>
          <a:endParaRPr lang="en-IN"/>
        </a:p>
      </dgm:t>
    </dgm:pt>
    <dgm:pt modelId="{10BC550C-05AE-4899-B1C0-2E60BF310AE9}">
      <dgm:prSet phldrT="[Text]"/>
      <dgm:spPr/>
      <dgm:t>
        <a:bodyPr/>
        <a:lstStyle/>
        <a:p>
          <a:r>
            <a:rPr lang="en-IN" dirty="0"/>
            <a:t>Model Training</a:t>
          </a:r>
        </a:p>
      </dgm:t>
    </dgm:pt>
    <dgm:pt modelId="{51EF79E0-E969-4DC6-A026-4C77DF5C4E12}" type="parTrans" cxnId="{1F2A34AD-20A8-4453-8ED2-CA6D07B92D62}">
      <dgm:prSet/>
      <dgm:spPr/>
      <dgm:t>
        <a:bodyPr/>
        <a:lstStyle/>
        <a:p>
          <a:endParaRPr lang="en-IN"/>
        </a:p>
      </dgm:t>
    </dgm:pt>
    <dgm:pt modelId="{69DF11EC-94F7-4C5E-8B68-F1C34F008487}" type="sibTrans" cxnId="{1F2A34AD-20A8-4453-8ED2-CA6D07B92D62}">
      <dgm:prSet/>
      <dgm:spPr/>
      <dgm:t>
        <a:bodyPr/>
        <a:lstStyle/>
        <a:p>
          <a:endParaRPr lang="en-IN"/>
        </a:p>
      </dgm:t>
    </dgm:pt>
    <dgm:pt modelId="{CE2D811E-BE04-4264-9524-3288F46C05B7}">
      <dgm:prSet phldrT="[Text]"/>
      <dgm:spPr/>
      <dgm:t>
        <a:bodyPr/>
        <a:lstStyle/>
        <a:p>
          <a:r>
            <a:rPr lang="en-IN" dirty="0"/>
            <a:t>Model Evaluation</a:t>
          </a:r>
        </a:p>
      </dgm:t>
    </dgm:pt>
    <dgm:pt modelId="{F606C0D3-7C3B-4A76-B887-CF736CBAB59C}" type="parTrans" cxnId="{EF14FE3D-AAF3-49AB-9A4C-84077D86910E}">
      <dgm:prSet/>
      <dgm:spPr/>
      <dgm:t>
        <a:bodyPr/>
        <a:lstStyle/>
        <a:p>
          <a:endParaRPr lang="en-IN"/>
        </a:p>
      </dgm:t>
    </dgm:pt>
    <dgm:pt modelId="{2531DE1D-AC58-4F72-868C-23B7210D8212}" type="sibTrans" cxnId="{EF14FE3D-AAF3-49AB-9A4C-84077D86910E}">
      <dgm:prSet/>
      <dgm:spPr/>
      <dgm:t>
        <a:bodyPr/>
        <a:lstStyle/>
        <a:p>
          <a:endParaRPr lang="en-IN"/>
        </a:p>
      </dgm:t>
    </dgm:pt>
    <dgm:pt modelId="{251F4372-AF9F-442F-9DB6-2BFA908CEE34}" type="pres">
      <dgm:prSet presAssocID="{D597F87A-70D3-48DE-A0A3-02D92F34347F}" presName="Name0" presStyleCnt="0">
        <dgm:presLayoutVars>
          <dgm:dir/>
          <dgm:animLvl val="lvl"/>
          <dgm:resizeHandles val="exact"/>
        </dgm:presLayoutVars>
      </dgm:prSet>
      <dgm:spPr/>
    </dgm:pt>
    <dgm:pt modelId="{980865E2-F44A-4FAA-9E23-B3BF7A0F0025}" type="pres">
      <dgm:prSet presAssocID="{65F0189C-92A4-4086-9B26-DF4C829F8E78}" presName="parTxOnly" presStyleLbl="node1" presStyleIdx="0" presStyleCnt="5">
        <dgm:presLayoutVars>
          <dgm:chMax val="0"/>
          <dgm:chPref val="0"/>
          <dgm:bulletEnabled val="1"/>
        </dgm:presLayoutVars>
      </dgm:prSet>
      <dgm:spPr/>
    </dgm:pt>
    <dgm:pt modelId="{D4D591B8-BC87-483F-A676-7B6B3F1F5126}" type="pres">
      <dgm:prSet presAssocID="{41F9C79A-5328-4CD7-8053-1E057B2044E5}" presName="parTxOnlySpace" presStyleCnt="0"/>
      <dgm:spPr/>
    </dgm:pt>
    <dgm:pt modelId="{260CE14A-F5DF-49A8-B4A7-6A926131634D}" type="pres">
      <dgm:prSet presAssocID="{F2106638-F2E8-4C7C-ACB7-FBC33FF7C127}" presName="parTxOnly" presStyleLbl="node1" presStyleIdx="1" presStyleCnt="5">
        <dgm:presLayoutVars>
          <dgm:chMax val="0"/>
          <dgm:chPref val="0"/>
          <dgm:bulletEnabled val="1"/>
        </dgm:presLayoutVars>
      </dgm:prSet>
      <dgm:spPr/>
    </dgm:pt>
    <dgm:pt modelId="{6E2B4F19-7E0C-43D6-AB6A-D1D1C247C34A}" type="pres">
      <dgm:prSet presAssocID="{E5DCE5E5-BDBB-4F32-9641-30364E997C0A}" presName="parTxOnlySpace" presStyleCnt="0"/>
      <dgm:spPr/>
    </dgm:pt>
    <dgm:pt modelId="{33423BF0-0788-4235-8BAA-CDF3C4AA7F8C}" type="pres">
      <dgm:prSet presAssocID="{C9F3C112-10D4-49BB-8FB4-8B5A7A1E51D0}" presName="parTxOnly" presStyleLbl="node1" presStyleIdx="2" presStyleCnt="5">
        <dgm:presLayoutVars>
          <dgm:chMax val="0"/>
          <dgm:chPref val="0"/>
          <dgm:bulletEnabled val="1"/>
        </dgm:presLayoutVars>
      </dgm:prSet>
      <dgm:spPr/>
    </dgm:pt>
    <dgm:pt modelId="{E526104D-5DC0-4EC6-8630-5D4AEF8803BD}" type="pres">
      <dgm:prSet presAssocID="{ADCAB2B6-0A2F-4765-B8E2-F86AEE1B05EC}" presName="parTxOnlySpace" presStyleCnt="0"/>
      <dgm:spPr/>
    </dgm:pt>
    <dgm:pt modelId="{11DBE3AD-1B30-42FE-A6AE-1581A6C1F9B0}" type="pres">
      <dgm:prSet presAssocID="{10BC550C-05AE-4899-B1C0-2E60BF310AE9}" presName="parTxOnly" presStyleLbl="node1" presStyleIdx="3" presStyleCnt="5">
        <dgm:presLayoutVars>
          <dgm:chMax val="0"/>
          <dgm:chPref val="0"/>
          <dgm:bulletEnabled val="1"/>
        </dgm:presLayoutVars>
      </dgm:prSet>
      <dgm:spPr/>
    </dgm:pt>
    <dgm:pt modelId="{100BFF03-87AA-4D39-B27C-6586F6605C54}" type="pres">
      <dgm:prSet presAssocID="{69DF11EC-94F7-4C5E-8B68-F1C34F008487}" presName="parTxOnlySpace" presStyleCnt="0"/>
      <dgm:spPr/>
    </dgm:pt>
    <dgm:pt modelId="{39660ED8-06CC-4C3B-9AF8-95981EFE1386}" type="pres">
      <dgm:prSet presAssocID="{CE2D811E-BE04-4264-9524-3288F46C05B7}" presName="parTxOnly" presStyleLbl="node1" presStyleIdx="4" presStyleCnt="5">
        <dgm:presLayoutVars>
          <dgm:chMax val="0"/>
          <dgm:chPref val="0"/>
          <dgm:bulletEnabled val="1"/>
        </dgm:presLayoutVars>
      </dgm:prSet>
      <dgm:spPr/>
    </dgm:pt>
  </dgm:ptLst>
  <dgm:cxnLst>
    <dgm:cxn modelId="{C73B983A-AF78-49F0-8612-C1D71E158AA4}" type="presOf" srcId="{F2106638-F2E8-4C7C-ACB7-FBC33FF7C127}" destId="{260CE14A-F5DF-49A8-B4A7-6A926131634D}" srcOrd="0" destOrd="0" presId="urn:microsoft.com/office/officeart/2005/8/layout/chevron1"/>
    <dgm:cxn modelId="{EF14FE3D-AAF3-49AB-9A4C-84077D86910E}" srcId="{D597F87A-70D3-48DE-A0A3-02D92F34347F}" destId="{CE2D811E-BE04-4264-9524-3288F46C05B7}" srcOrd="4" destOrd="0" parTransId="{F606C0D3-7C3B-4A76-B887-CF736CBAB59C}" sibTransId="{2531DE1D-AC58-4F72-868C-23B7210D8212}"/>
    <dgm:cxn modelId="{FBA71580-9518-4F88-B7F6-D69C335BD35E}" type="presOf" srcId="{65F0189C-92A4-4086-9B26-DF4C829F8E78}" destId="{980865E2-F44A-4FAA-9E23-B3BF7A0F0025}" srcOrd="0" destOrd="0" presId="urn:microsoft.com/office/officeart/2005/8/layout/chevron1"/>
    <dgm:cxn modelId="{88556C91-2C88-4C36-B1D2-BA5618005EE8}" type="presOf" srcId="{CE2D811E-BE04-4264-9524-3288F46C05B7}" destId="{39660ED8-06CC-4C3B-9AF8-95981EFE1386}" srcOrd="0" destOrd="0" presId="urn:microsoft.com/office/officeart/2005/8/layout/chevron1"/>
    <dgm:cxn modelId="{D439D794-6AC5-4E36-9611-95905DF6B42B}" type="presOf" srcId="{C9F3C112-10D4-49BB-8FB4-8B5A7A1E51D0}" destId="{33423BF0-0788-4235-8BAA-CDF3C4AA7F8C}" srcOrd="0" destOrd="0" presId="urn:microsoft.com/office/officeart/2005/8/layout/chevron1"/>
    <dgm:cxn modelId="{29FEB195-7E25-4DD2-B8DD-857CB6B93D62}" type="presOf" srcId="{10BC550C-05AE-4899-B1C0-2E60BF310AE9}" destId="{11DBE3AD-1B30-42FE-A6AE-1581A6C1F9B0}" srcOrd="0" destOrd="0" presId="urn:microsoft.com/office/officeart/2005/8/layout/chevron1"/>
    <dgm:cxn modelId="{C6D8B29B-4D9A-4158-B313-652DE4F97BB4}" srcId="{D597F87A-70D3-48DE-A0A3-02D92F34347F}" destId="{C9F3C112-10D4-49BB-8FB4-8B5A7A1E51D0}" srcOrd="2" destOrd="0" parTransId="{591FE9B7-33E6-4C54-95CB-7171ED627278}" sibTransId="{ADCAB2B6-0A2F-4765-B8E2-F86AEE1B05EC}"/>
    <dgm:cxn modelId="{80EB19A4-FBAE-4EC4-9188-8447BADB25D0}" type="presOf" srcId="{D597F87A-70D3-48DE-A0A3-02D92F34347F}" destId="{251F4372-AF9F-442F-9DB6-2BFA908CEE34}" srcOrd="0" destOrd="0" presId="urn:microsoft.com/office/officeart/2005/8/layout/chevron1"/>
    <dgm:cxn modelId="{582117A8-5354-43C6-98D8-71047E2542B3}" srcId="{D597F87A-70D3-48DE-A0A3-02D92F34347F}" destId="{F2106638-F2E8-4C7C-ACB7-FBC33FF7C127}" srcOrd="1" destOrd="0" parTransId="{B75559E9-EBE4-416B-A95D-ABEB6FAF74F7}" sibTransId="{E5DCE5E5-BDBB-4F32-9641-30364E997C0A}"/>
    <dgm:cxn modelId="{1F2A34AD-20A8-4453-8ED2-CA6D07B92D62}" srcId="{D597F87A-70D3-48DE-A0A3-02D92F34347F}" destId="{10BC550C-05AE-4899-B1C0-2E60BF310AE9}" srcOrd="3" destOrd="0" parTransId="{51EF79E0-E969-4DC6-A026-4C77DF5C4E12}" sibTransId="{69DF11EC-94F7-4C5E-8B68-F1C34F008487}"/>
    <dgm:cxn modelId="{BA282FE2-B1A3-4820-BE06-304C4C434FEF}" srcId="{D597F87A-70D3-48DE-A0A3-02D92F34347F}" destId="{65F0189C-92A4-4086-9B26-DF4C829F8E78}" srcOrd="0" destOrd="0" parTransId="{4A1BEE1A-BCD6-47B8-BDF1-00C5F2C3CD3C}" sibTransId="{41F9C79A-5328-4CD7-8053-1E057B2044E5}"/>
    <dgm:cxn modelId="{B4ADC817-A7F4-47D3-82C6-202D834C6C71}" type="presParOf" srcId="{251F4372-AF9F-442F-9DB6-2BFA908CEE34}" destId="{980865E2-F44A-4FAA-9E23-B3BF7A0F0025}" srcOrd="0" destOrd="0" presId="urn:microsoft.com/office/officeart/2005/8/layout/chevron1"/>
    <dgm:cxn modelId="{90626C37-E1C3-47A8-A06B-424994835185}" type="presParOf" srcId="{251F4372-AF9F-442F-9DB6-2BFA908CEE34}" destId="{D4D591B8-BC87-483F-A676-7B6B3F1F5126}" srcOrd="1" destOrd="0" presId="urn:microsoft.com/office/officeart/2005/8/layout/chevron1"/>
    <dgm:cxn modelId="{7E11C52C-1273-4361-8E29-6DC1EF11C71F}" type="presParOf" srcId="{251F4372-AF9F-442F-9DB6-2BFA908CEE34}" destId="{260CE14A-F5DF-49A8-B4A7-6A926131634D}" srcOrd="2" destOrd="0" presId="urn:microsoft.com/office/officeart/2005/8/layout/chevron1"/>
    <dgm:cxn modelId="{B7AECC02-CB55-45F7-985F-119EAE5A0BEA}" type="presParOf" srcId="{251F4372-AF9F-442F-9DB6-2BFA908CEE34}" destId="{6E2B4F19-7E0C-43D6-AB6A-D1D1C247C34A}" srcOrd="3" destOrd="0" presId="urn:microsoft.com/office/officeart/2005/8/layout/chevron1"/>
    <dgm:cxn modelId="{4F0158A3-8B10-4DBB-B02C-B5E51EA3CF52}" type="presParOf" srcId="{251F4372-AF9F-442F-9DB6-2BFA908CEE34}" destId="{33423BF0-0788-4235-8BAA-CDF3C4AA7F8C}" srcOrd="4" destOrd="0" presId="urn:microsoft.com/office/officeart/2005/8/layout/chevron1"/>
    <dgm:cxn modelId="{0455D754-F37E-40AA-A68E-241C9D6AB92F}" type="presParOf" srcId="{251F4372-AF9F-442F-9DB6-2BFA908CEE34}" destId="{E526104D-5DC0-4EC6-8630-5D4AEF8803BD}" srcOrd="5" destOrd="0" presId="urn:microsoft.com/office/officeart/2005/8/layout/chevron1"/>
    <dgm:cxn modelId="{10A02C59-1C6B-47C3-BE6D-B871A56DA498}" type="presParOf" srcId="{251F4372-AF9F-442F-9DB6-2BFA908CEE34}" destId="{11DBE3AD-1B30-42FE-A6AE-1581A6C1F9B0}" srcOrd="6" destOrd="0" presId="urn:microsoft.com/office/officeart/2005/8/layout/chevron1"/>
    <dgm:cxn modelId="{21380E18-110F-4347-A52A-C37A8923725F}" type="presParOf" srcId="{251F4372-AF9F-442F-9DB6-2BFA908CEE34}" destId="{100BFF03-87AA-4D39-B27C-6586F6605C54}" srcOrd="7" destOrd="0" presId="urn:microsoft.com/office/officeart/2005/8/layout/chevron1"/>
    <dgm:cxn modelId="{30FBC0E7-B02B-483C-8FC0-D86E20C4D50B}" type="presParOf" srcId="{251F4372-AF9F-442F-9DB6-2BFA908CEE34}" destId="{39660ED8-06CC-4C3B-9AF8-95981EFE1386}" srcOrd="8" destOrd="0" presId="urn:microsoft.com/office/officeart/2005/8/layout/chevron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60820F-1D91-4CBB-8526-C3E5BFF349F9}">
      <dsp:nvSpPr>
        <dsp:cNvPr id="0" name=""/>
        <dsp:cNvSpPr/>
      </dsp:nvSpPr>
      <dsp:spPr>
        <a:xfrm>
          <a:off x="388259" y="830270"/>
          <a:ext cx="769643" cy="769643"/>
        </a:xfrm>
        <a:prstGeom prst="arc">
          <a:avLst>
            <a:gd name="adj1" fmla="val 13200000"/>
            <a:gd name="adj2" fmla="val 192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5C8ABE0-D19C-4E60-942E-32AD4033AB85}">
      <dsp:nvSpPr>
        <dsp:cNvPr id="0" name=""/>
        <dsp:cNvSpPr/>
      </dsp:nvSpPr>
      <dsp:spPr>
        <a:xfrm>
          <a:off x="388259" y="830270"/>
          <a:ext cx="769643" cy="769643"/>
        </a:xfrm>
        <a:prstGeom prst="arc">
          <a:avLst>
            <a:gd name="adj1" fmla="val 2400000"/>
            <a:gd name="adj2" fmla="val 84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FB026EA-1FB1-4BFE-98F4-E66E1D0EA085}">
      <dsp:nvSpPr>
        <dsp:cNvPr id="0" name=""/>
        <dsp:cNvSpPr/>
      </dsp:nvSpPr>
      <dsp:spPr>
        <a:xfrm>
          <a:off x="3438" y="968806"/>
          <a:ext cx="1539286" cy="492571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 dirty="0"/>
            <a:t>Customer Demographics </a:t>
          </a:r>
        </a:p>
      </dsp:txBody>
      <dsp:txXfrm>
        <a:off x="3438" y="968806"/>
        <a:ext cx="1539286" cy="492571"/>
      </dsp:txXfrm>
    </dsp:sp>
    <dsp:sp modelId="{9DB84CBD-CF0E-47E5-86DD-DC64307C11BC}">
      <dsp:nvSpPr>
        <dsp:cNvPr id="0" name=""/>
        <dsp:cNvSpPr/>
      </dsp:nvSpPr>
      <dsp:spPr>
        <a:xfrm>
          <a:off x="2250796" y="830270"/>
          <a:ext cx="769643" cy="769643"/>
        </a:xfrm>
        <a:prstGeom prst="arc">
          <a:avLst>
            <a:gd name="adj1" fmla="val 13200000"/>
            <a:gd name="adj2" fmla="val 192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9661298-451E-4FE0-9DDF-430993C9B4D3}">
      <dsp:nvSpPr>
        <dsp:cNvPr id="0" name=""/>
        <dsp:cNvSpPr/>
      </dsp:nvSpPr>
      <dsp:spPr>
        <a:xfrm>
          <a:off x="2250796" y="830270"/>
          <a:ext cx="769643" cy="769643"/>
        </a:xfrm>
        <a:prstGeom prst="arc">
          <a:avLst>
            <a:gd name="adj1" fmla="val 2400000"/>
            <a:gd name="adj2" fmla="val 84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8C4716DE-1418-4313-A701-52975E555AA8}">
      <dsp:nvSpPr>
        <dsp:cNvPr id="0" name=""/>
        <dsp:cNvSpPr/>
      </dsp:nvSpPr>
      <dsp:spPr>
        <a:xfrm>
          <a:off x="1865974" y="968806"/>
          <a:ext cx="1539286" cy="492571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Account Analysis </a:t>
          </a:r>
        </a:p>
      </dsp:txBody>
      <dsp:txXfrm>
        <a:off x="1865974" y="968806"/>
        <a:ext cx="1539286" cy="492571"/>
      </dsp:txXfrm>
    </dsp:sp>
    <dsp:sp modelId="{0288BEB3-AE9C-47C3-BF63-BAA4C0F844C1}">
      <dsp:nvSpPr>
        <dsp:cNvPr id="0" name=""/>
        <dsp:cNvSpPr/>
      </dsp:nvSpPr>
      <dsp:spPr>
        <a:xfrm>
          <a:off x="4113333" y="830270"/>
          <a:ext cx="769643" cy="769643"/>
        </a:xfrm>
        <a:prstGeom prst="arc">
          <a:avLst>
            <a:gd name="adj1" fmla="val 13200000"/>
            <a:gd name="adj2" fmla="val 192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B8590F7-C1C8-4C73-BF22-D9A35E5DE8AC}">
      <dsp:nvSpPr>
        <dsp:cNvPr id="0" name=""/>
        <dsp:cNvSpPr/>
      </dsp:nvSpPr>
      <dsp:spPr>
        <a:xfrm>
          <a:off x="4113333" y="830270"/>
          <a:ext cx="769643" cy="769643"/>
        </a:xfrm>
        <a:prstGeom prst="arc">
          <a:avLst>
            <a:gd name="adj1" fmla="val 2400000"/>
            <a:gd name="adj2" fmla="val 84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A5360A9-119B-4DB9-B8CB-E8535DE10303}">
      <dsp:nvSpPr>
        <dsp:cNvPr id="0" name=""/>
        <dsp:cNvSpPr/>
      </dsp:nvSpPr>
      <dsp:spPr>
        <a:xfrm>
          <a:off x="3728511" y="968806"/>
          <a:ext cx="1539286" cy="492571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Transaction Analysis </a:t>
          </a:r>
        </a:p>
      </dsp:txBody>
      <dsp:txXfrm>
        <a:off x="3728511" y="968806"/>
        <a:ext cx="1539286" cy="492571"/>
      </dsp:txXfrm>
    </dsp:sp>
    <dsp:sp modelId="{884E954B-D781-4D7C-AFE3-63494CCD5336}">
      <dsp:nvSpPr>
        <dsp:cNvPr id="0" name=""/>
        <dsp:cNvSpPr/>
      </dsp:nvSpPr>
      <dsp:spPr>
        <a:xfrm>
          <a:off x="5975869" y="830270"/>
          <a:ext cx="769643" cy="769643"/>
        </a:xfrm>
        <a:prstGeom prst="arc">
          <a:avLst>
            <a:gd name="adj1" fmla="val 13200000"/>
            <a:gd name="adj2" fmla="val 192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1513B49-84E4-4C16-B9D1-B321776342D8}">
      <dsp:nvSpPr>
        <dsp:cNvPr id="0" name=""/>
        <dsp:cNvSpPr/>
      </dsp:nvSpPr>
      <dsp:spPr>
        <a:xfrm>
          <a:off x="5975869" y="830270"/>
          <a:ext cx="769643" cy="769643"/>
        </a:xfrm>
        <a:prstGeom prst="arc">
          <a:avLst>
            <a:gd name="adj1" fmla="val 2400000"/>
            <a:gd name="adj2" fmla="val 84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B4B989F-5F3D-403C-BED3-5A7C13E616FB}">
      <dsp:nvSpPr>
        <dsp:cNvPr id="0" name=""/>
        <dsp:cNvSpPr/>
      </dsp:nvSpPr>
      <dsp:spPr>
        <a:xfrm>
          <a:off x="5591048" y="968806"/>
          <a:ext cx="1539286" cy="492571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Loan Analysis </a:t>
          </a:r>
        </a:p>
      </dsp:txBody>
      <dsp:txXfrm>
        <a:off x="5591048" y="968806"/>
        <a:ext cx="1539286" cy="492571"/>
      </dsp:txXfrm>
    </dsp:sp>
    <dsp:sp modelId="{E8DF591D-E0E2-40D6-8FFB-A401E6DFACF4}">
      <dsp:nvSpPr>
        <dsp:cNvPr id="0" name=""/>
        <dsp:cNvSpPr/>
      </dsp:nvSpPr>
      <dsp:spPr>
        <a:xfrm>
          <a:off x="7838406" y="830270"/>
          <a:ext cx="769643" cy="769643"/>
        </a:xfrm>
        <a:prstGeom prst="arc">
          <a:avLst>
            <a:gd name="adj1" fmla="val 13200000"/>
            <a:gd name="adj2" fmla="val 192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4D719FD4-E776-45D8-989A-4B895FF601E9}">
      <dsp:nvSpPr>
        <dsp:cNvPr id="0" name=""/>
        <dsp:cNvSpPr/>
      </dsp:nvSpPr>
      <dsp:spPr>
        <a:xfrm>
          <a:off x="7838406" y="830270"/>
          <a:ext cx="769643" cy="769643"/>
        </a:xfrm>
        <a:prstGeom prst="arc">
          <a:avLst>
            <a:gd name="adj1" fmla="val 2400000"/>
            <a:gd name="adj2" fmla="val 84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A47CE00-5459-465A-9DFF-8EA95A1E8CE0}">
      <dsp:nvSpPr>
        <dsp:cNvPr id="0" name=""/>
        <dsp:cNvSpPr/>
      </dsp:nvSpPr>
      <dsp:spPr>
        <a:xfrm>
          <a:off x="7453584" y="968806"/>
          <a:ext cx="1539286" cy="492571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Card Analysis </a:t>
          </a:r>
        </a:p>
      </dsp:txBody>
      <dsp:txXfrm>
        <a:off x="7453584" y="968806"/>
        <a:ext cx="1539286" cy="492571"/>
      </dsp:txXfrm>
    </dsp:sp>
    <dsp:sp modelId="{2C7572D0-9D3C-4955-B976-D5EFB6F8E20B}">
      <dsp:nvSpPr>
        <dsp:cNvPr id="0" name=""/>
        <dsp:cNvSpPr/>
      </dsp:nvSpPr>
      <dsp:spPr>
        <a:xfrm>
          <a:off x="9700943" y="830270"/>
          <a:ext cx="769643" cy="769643"/>
        </a:xfrm>
        <a:prstGeom prst="arc">
          <a:avLst>
            <a:gd name="adj1" fmla="val 13200000"/>
            <a:gd name="adj2" fmla="val 192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FC5DD241-DAD4-48AE-9067-06DF22FAE66A}">
      <dsp:nvSpPr>
        <dsp:cNvPr id="0" name=""/>
        <dsp:cNvSpPr/>
      </dsp:nvSpPr>
      <dsp:spPr>
        <a:xfrm>
          <a:off x="9700943" y="830270"/>
          <a:ext cx="769643" cy="769643"/>
        </a:xfrm>
        <a:prstGeom prst="arc">
          <a:avLst>
            <a:gd name="adj1" fmla="val 2400000"/>
            <a:gd name="adj2" fmla="val 8400000"/>
          </a:avLst>
        </a:prstGeom>
        <a:noFill/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1E5573-00A4-4BB0-8B33-0ED7701F653A}">
      <dsp:nvSpPr>
        <dsp:cNvPr id="0" name=""/>
        <dsp:cNvSpPr/>
      </dsp:nvSpPr>
      <dsp:spPr>
        <a:xfrm>
          <a:off x="9316121" y="968806"/>
          <a:ext cx="1539286" cy="492571"/>
        </a:xfrm>
        <a:prstGeom prst="rect">
          <a:avLst/>
        </a:prstGeom>
        <a:noFill/>
        <a:ln w="25400" cap="flat" cmpd="sng" algn="ctr">
          <a:noFill/>
          <a:prstDash val="solid"/>
        </a:ln>
        <a:effectLst/>
        <a:sp3d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District Analysis </a:t>
          </a:r>
        </a:p>
      </dsp:txBody>
      <dsp:txXfrm>
        <a:off x="9316121" y="968806"/>
        <a:ext cx="1539286" cy="492571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0F945C3-DEA6-4A59-813A-8C37F4F53615}">
      <dsp:nvSpPr>
        <dsp:cNvPr id="0" name=""/>
        <dsp:cNvSpPr/>
      </dsp:nvSpPr>
      <dsp:spPr>
        <a:xfrm>
          <a:off x="4808131" y="735971"/>
          <a:ext cx="1779014" cy="308754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54377"/>
              </a:lnTo>
              <a:lnTo>
                <a:pt x="1779014" y="154377"/>
              </a:lnTo>
              <a:lnTo>
                <a:pt x="1779014" y="308754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7892243-CF80-4C0D-9FEA-D586534C11B7}">
      <dsp:nvSpPr>
        <dsp:cNvPr id="0" name=""/>
        <dsp:cNvSpPr/>
      </dsp:nvSpPr>
      <dsp:spPr>
        <a:xfrm>
          <a:off x="4762411" y="735971"/>
          <a:ext cx="91440" cy="308754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308754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2CB7D84A-6485-4E2D-9A38-0A2A8C1484CF}">
      <dsp:nvSpPr>
        <dsp:cNvPr id="0" name=""/>
        <dsp:cNvSpPr/>
      </dsp:nvSpPr>
      <dsp:spPr>
        <a:xfrm>
          <a:off x="3029116" y="735971"/>
          <a:ext cx="1779014" cy="308754"/>
        </a:xfrm>
        <a:custGeom>
          <a:avLst/>
          <a:gdLst/>
          <a:ahLst/>
          <a:cxnLst/>
          <a:rect l="0" t="0" r="0" b="0"/>
          <a:pathLst>
            <a:path>
              <a:moveTo>
                <a:pt x="1779014" y="0"/>
              </a:moveTo>
              <a:lnTo>
                <a:pt x="1779014" y="154377"/>
              </a:lnTo>
              <a:lnTo>
                <a:pt x="0" y="154377"/>
              </a:lnTo>
              <a:lnTo>
                <a:pt x="0" y="308754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0A404F2-D5A1-4BBF-9726-789379B6D1FD}">
      <dsp:nvSpPr>
        <dsp:cNvPr id="0" name=""/>
        <dsp:cNvSpPr/>
      </dsp:nvSpPr>
      <dsp:spPr>
        <a:xfrm>
          <a:off x="4073001" y="841"/>
          <a:ext cx="1470259" cy="73512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Total Accounts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4500</a:t>
          </a:r>
        </a:p>
      </dsp:txBody>
      <dsp:txXfrm>
        <a:off x="4073001" y="841"/>
        <a:ext cx="1470259" cy="735129"/>
      </dsp:txXfrm>
    </dsp:sp>
    <dsp:sp modelId="{ED3DD102-4488-4138-853C-E1C6759A7754}">
      <dsp:nvSpPr>
        <dsp:cNvPr id="0" name=""/>
        <dsp:cNvSpPr/>
      </dsp:nvSpPr>
      <dsp:spPr>
        <a:xfrm>
          <a:off x="2293987" y="1044726"/>
          <a:ext cx="1470259" cy="7351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br>
            <a:rPr lang="en-US" sz="1500" kern="1200" dirty="0"/>
          </a:br>
          <a:r>
            <a:rPr lang="en-US" sz="1500" kern="1200" dirty="0"/>
            <a:t>Saving Account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1533</a:t>
          </a:r>
        </a:p>
      </dsp:txBody>
      <dsp:txXfrm>
        <a:off x="2293987" y="1044726"/>
        <a:ext cx="1470259" cy="735129"/>
      </dsp:txXfrm>
    </dsp:sp>
    <dsp:sp modelId="{637AC668-1741-40E3-B07E-05254FA019E4}">
      <dsp:nvSpPr>
        <dsp:cNvPr id="0" name=""/>
        <dsp:cNvSpPr/>
      </dsp:nvSpPr>
      <dsp:spPr>
        <a:xfrm>
          <a:off x="4073001" y="1044726"/>
          <a:ext cx="1470259" cy="7351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NRI Account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1522</a:t>
          </a:r>
        </a:p>
      </dsp:txBody>
      <dsp:txXfrm>
        <a:off x="4073001" y="1044726"/>
        <a:ext cx="1470259" cy="735129"/>
      </dsp:txXfrm>
    </dsp:sp>
    <dsp:sp modelId="{7C6B2FC6-4C52-4D28-8FD4-779EF7DE67E8}">
      <dsp:nvSpPr>
        <dsp:cNvPr id="0" name=""/>
        <dsp:cNvSpPr/>
      </dsp:nvSpPr>
      <dsp:spPr>
        <a:xfrm>
          <a:off x="5852016" y="1044726"/>
          <a:ext cx="1470259" cy="73512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Salary Account</a:t>
          </a:r>
        </a:p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1445</a:t>
          </a:r>
        </a:p>
      </dsp:txBody>
      <dsp:txXfrm>
        <a:off x="5852016" y="1044726"/>
        <a:ext cx="1470259" cy="735129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1864904-F34A-48A2-985B-A20FB2390BAC}">
      <dsp:nvSpPr>
        <dsp:cNvPr id="0" name=""/>
        <dsp:cNvSpPr/>
      </dsp:nvSpPr>
      <dsp:spPr>
        <a:xfrm>
          <a:off x="5238120" y="540772"/>
          <a:ext cx="1307547" cy="226929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113464"/>
              </a:lnTo>
              <a:lnTo>
                <a:pt x="1307547" y="113464"/>
              </a:lnTo>
              <a:lnTo>
                <a:pt x="1307547" y="226929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235BAA0-7F42-475F-836A-A29723E6012C}">
      <dsp:nvSpPr>
        <dsp:cNvPr id="0" name=""/>
        <dsp:cNvSpPr/>
      </dsp:nvSpPr>
      <dsp:spPr>
        <a:xfrm>
          <a:off x="5192400" y="540772"/>
          <a:ext cx="91440" cy="226929"/>
        </a:xfrm>
        <a:custGeom>
          <a:avLst/>
          <a:gdLst/>
          <a:ahLst/>
          <a:cxnLst/>
          <a:rect l="0" t="0" r="0" b="0"/>
          <a:pathLst>
            <a:path>
              <a:moveTo>
                <a:pt x="45720" y="0"/>
              </a:moveTo>
              <a:lnTo>
                <a:pt x="45720" y="226929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08EA0E42-C938-42A0-B8B6-860D21DFAFAF}">
      <dsp:nvSpPr>
        <dsp:cNvPr id="0" name=""/>
        <dsp:cNvSpPr/>
      </dsp:nvSpPr>
      <dsp:spPr>
        <a:xfrm>
          <a:off x="3930572" y="540772"/>
          <a:ext cx="1307547" cy="226929"/>
        </a:xfrm>
        <a:custGeom>
          <a:avLst/>
          <a:gdLst/>
          <a:ahLst/>
          <a:cxnLst/>
          <a:rect l="0" t="0" r="0" b="0"/>
          <a:pathLst>
            <a:path>
              <a:moveTo>
                <a:pt x="1307547" y="0"/>
              </a:moveTo>
              <a:lnTo>
                <a:pt x="1307547" y="113464"/>
              </a:lnTo>
              <a:lnTo>
                <a:pt x="0" y="113464"/>
              </a:lnTo>
              <a:lnTo>
                <a:pt x="0" y="226929"/>
              </a:lnTo>
            </a:path>
          </a:pathLst>
        </a:custGeom>
        <a:noFill/>
        <a:ln w="1905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A1F748-371E-4FA5-BB1B-8E8B9AD99746}">
      <dsp:nvSpPr>
        <dsp:cNvPr id="0" name=""/>
        <dsp:cNvSpPr/>
      </dsp:nvSpPr>
      <dsp:spPr>
        <a:xfrm>
          <a:off x="4697811" y="463"/>
          <a:ext cx="1080618" cy="54030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Total Car Issued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b="0" i="0" kern="1200" dirty="0"/>
            <a:t>892</a:t>
          </a:r>
          <a:endParaRPr lang="en-IN" sz="1200" kern="1200" dirty="0"/>
        </a:p>
      </dsp:txBody>
      <dsp:txXfrm>
        <a:off x="4697811" y="463"/>
        <a:ext cx="1080618" cy="540309"/>
      </dsp:txXfrm>
    </dsp:sp>
    <dsp:sp modelId="{42EB537D-9C62-4C68-BE04-6B36BCC6FD2D}">
      <dsp:nvSpPr>
        <dsp:cNvPr id="0" name=""/>
        <dsp:cNvSpPr/>
      </dsp:nvSpPr>
      <dsp:spPr>
        <a:xfrm>
          <a:off x="3390263" y="767701"/>
          <a:ext cx="1080618" cy="54030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Classic</a:t>
          </a:r>
          <a:br>
            <a:rPr lang="en-US" sz="1200" kern="1200" dirty="0"/>
          </a:br>
          <a:r>
            <a:rPr lang="en-US" sz="1200" kern="1200" dirty="0"/>
            <a:t>659</a:t>
          </a:r>
          <a:endParaRPr lang="en-IN" sz="1200" kern="1200" dirty="0"/>
        </a:p>
      </dsp:txBody>
      <dsp:txXfrm>
        <a:off x="3390263" y="767701"/>
        <a:ext cx="1080618" cy="540309"/>
      </dsp:txXfrm>
    </dsp:sp>
    <dsp:sp modelId="{32B8C780-B99A-47B2-9617-FF57AA11B56B}">
      <dsp:nvSpPr>
        <dsp:cNvPr id="0" name=""/>
        <dsp:cNvSpPr/>
      </dsp:nvSpPr>
      <dsp:spPr>
        <a:xfrm>
          <a:off x="4697811" y="767701"/>
          <a:ext cx="1080618" cy="54030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Junior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145</a:t>
          </a:r>
        </a:p>
      </dsp:txBody>
      <dsp:txXfrm>
        <a:off x="4697811" y="767701"/>
        <a:ext cx="1080618" cy="540309"/>
      </dsp:txXfrm>
    </dsp:sp>
    <dsp:sp modelId="{66EC3440-2713-48AF-851A-E4F1AB893434}">
      <dsp:nvSpPr>
        <dsp:cNvPr id="0" name=""/>
        <dsp:cNvSpPr/>
      </dsp:nvSpPr>
      <dsp:spPr>
        <a:xfrm>
          <a:off x="6005359" y="767701"/>
          <a:ext cx="1080618" cy="540309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" tIns="7620" rIns="7620" bIns="762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kern="1200" dirty="0"/>
            <a:t>Gold</a:t>
          </a:r>
        </a:p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200" kern="1200" dirty="0"/>
            <a:t>88</a:t>
          </a:r>
        </a:p>
      </dsp:txBody>
      <dsp:txXfrm>
        <a:off x="6005359" y="767701"/>
        <a:ext cx="1080618" cy="540309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80865E2-F44A-4FAA-9E23-B3BF7A0F0025}">
      <dsp:nvSpPr>
        <dsp:cNvPr id="0" name=""/>
        <dsp:cNvSpPr/>
      </dsp:nvSpPr>
      <dsp:spPr>
        <a:xfrm>
          <a:off x="1984" y="215581"/>
          <a:ext cx="1766093" cy="70643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500" kern="1200" dirty="0"/>
            <a:t>Data Cleaning </a:t>
          </a:r>
        </a:p>
      </dsp:txBody>
      <dsp:txXfrm>
        <a:off x="355203" y="215581"/>
        <a:ext cx="1059656" cy="706437"/>
      </dsp:txXfrm>
    </dsp:sp>
    <dsp:sp modelId="{260CE14A-F5DF-49A8-B4A7-6A926131634D}">
      <dsp:nvSpPr>
        <dsp:cNvPr id="0" name=""/>
        <dsp:cNvSpPr/>
      </dsp:nvSpPr>
      <dsp:spPr>
        <a:xfrm>
          <a:off x="1591468" y="215581"/>
          <a:ext cx="1766093" cy="70643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500" kern="1200" dirty="0"/>
            <a:t>Feature Engineering </a:t>
          </a:r>
        </a:p>
      </dsp:txBody>
      <dsp:txXfrm>
        <a:off x="1944687" y="215581"/>
        <a:ext cx="1059656" cy="706437"/>
      </dsp:txXfrm>
    </dsp:sp>
    <dsp:sp modelId="{33423BF0-0788-4235-8BAA-CDF3C4AA7F8C}">
      <dsp:nvSpPr>
        <dsp:cNvPr id="0" name=""/>
        <dsp:cNvSpPr/>
      </dsp:nvSpPr>
      <dsp:spPr>
        <a:xfrm>
          <a:off x="3180953" y="215581"/>
          <a:ext cx="1766093" cy="70643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Arial" panose="020B0604020202020204" pitchFamily="34" charset="0"/>
            <a:buNone/>
          </a:pPr>
          <a:r>
            <a:rPr lang="en-IN" sz="1500" kern="1200" dirty="0"/>
            <a:t>Train-Test Split </a:t>
          </a:r>
        </a:p>
      </dsp:txBody>
      <dsp:txXfrm>
        <a:off x="3534172" y="215581"/>
        <a:ext cx="1059656" cy="706437"/>
      </dsp:txXfrm>
    </dsp:sp>
    <dsp:sp modelId="{11DBE3AD-1B30-42FE-A6AE-1581A6C1F9B0}">
      <dsp:nvSpPr>
        <dsp:cNvPr id="0" name=""/>
        <dsp:cNvSpPr/>
      </dsp:nvSpPr>
      <dsp:spPr>
        <a:xfrm>
          <a:off x="4770437" y="215581"/>
          <a:ext cx="1766093" cy="70643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Model Training</a:t>
          </a:r>
        </a:p>
      </dsp:txBody>
      <dsp:txXfrm>
        <a:off x="5123656" y="215581"/>
        <a:ext cx="1059656" cy="706437"/>
      </dsp:txXfrm>
    </dsp:sp>
    <dsp:sp modelId="{39660ED8-06CC-4C3B-9AF8-95981EFE1386}">
      <dsp:nvSpPr>
        <dsp:cNvPr id="0" name=""/>
        <dsp:cNvSpPr/>
      </dsp:nvSpPr>
      <dsp:spPr>
        <a:xfrm>
          <a:off x="6359921" y="215581"/>
          <a:ext cx="1766093" cy="706437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008" tIns="20003" rIns="20003" bIns="20003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 dirty="0"/>
            <a:t>Model Evaluation</a:t>
          </a:r>
        </a:p>
      </dsp:txBody>
      <dsp:txXfrm>
        <a:off x="6713140" y="215581"/>
        <a:ext cx="1059656" cy="7064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HalfCircleOrganizationChart">
  <dgm:title val=""/>
  <dgm:desc val=""/>
  <dgm:catLst>
    <dgm:cat type="hierarchy" pri="1500"/>
  </dgm:catLst>
  <dgm:samp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 type="asst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Name0">
    <dgm:varLst>
      <dgm:orgChart val="1"/>
      <dgm:chPref val="1"/>
      <dgm:dir/>
      <dgm:animOne val="branch"/>
      <dgm:animLvl val="lvl"/>
      <dgm:resizeHandles/>
    </dgm:varLst>
    <dgm:choose name="Name1">
      <dgm:if name="Name2" func="var" arg="dir" op="equ" val="norm">
        <dgm:alg type="hierChild">
          <dgm:param type="linDir" val="fromL"/>
        </dgm:alg>
      </dgm:if>
      <dgm:else name="Name3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2" refType="w" fact="10"/>
      <dgm:constr type="h" for="des" forName="rootComposite2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forEach name="Name4" axis="ch">
      <dgm:forEach name="Name5" axis="self" ptType="node">
        <dgm:layoutNode name="hierRoot1">
          <dgm:varLst>
            <dgm:hierBranch val="init"/>
          </dgm:varLst>
          <dgm:choose name="Name6">
            <dgm:if name="Name7" func="var" arg="hierBranch" op="equ" val="l">
              <dgm:alg type="hierRoot">
                <dgm:param type="hierAlign" val="tR"/>
              </dgm:alg>
              <dgm:constrLst>
                <dgm:constr type="alignOff" val="0.65"/>
              </dgm:constrLst>
            </dgm:if>
            <dgm:if name="Name8" func="var" arg="hierBranch" op="equ" val="r">
              <dgm:alg type="hierRoot">
                <dgm:param type="hierAlign" val="tL"/>
              </dgm:alg>
              <dgm:constrLst>
                <dgm:constr type="alignOff" val="0.65"/>
              </dgm:constrLst>
            </dgm:if>
            <dgm:if name="Name9" func="var" arg="hierBranch" op="equ" val="hang">
              <dgm:alg type="hierRoot"/>
              <dgm:constrLst>
                <dgm:constr type="alignOff" val="0.65"/>
              </dgm:constrLst>
            </dgm:if>
            <dgm:else name="Name10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1">
              <dgm:if name="Name12" func="var" arg="hierBranch" op="equ" val="init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3" func="var" arg="hierBranch" op="equ" val="l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if name="Name14" func="var" arg="hierBranch" op="equ" val="r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if>
              <dgm:else name="Name15">
                <dgm:constrLst>
                  <dgm:constr type="l" for="ch" forName="rootText1"/>
                  <dgm:constr type="t" for="ch" forName="rootText1" refType="h" fact="0.18"/>
                  <dgm:constr type="w" for="ch" forName="rootText1" refType="w"/>
                  <dgm:constr type="h" for="ch" forName="rootText1" refType="h" fact="0.64"/>
                  <dgm:constr type="l" for="ch" forName="topArc1" refType="w" fact="0.25"/>
                  <dgm:constr type="t" for="ch" forName="topArc1"/>
                  <dgm:constr type="w" for="ch" forName="topArc1" refType="h" refFor="ch" refForName="topArc1"/>
                  <dgm:constr type="h" for="ch" forName="topArc1" refType="h"/>
                  <dgm:constr type="l" for="ch" forName="bottomArc1" refType="w" fact="0.25"/>
                  <dgm:constr type="t" for="ch" forName="bottomArc1"/>
                  <dgm:constr type="w" for="ch" forName="bottomArc1" refType="h" refFor="ch" refForName="bottomArc1"/>
                  <dgm:constr type="h" for="ch" forName="bottomArc1" refType="h"/>
                  <dgm:constr type="ctrX" for="ch" forName="topConnNode1" refType="w" fact="0.5"/>
                  <dgm:constr type="t" for="ch" forName="topConnNode1"/>
                  <dgm:constr type="w" for="ch" forName="topConnNode1" refType="h" fact="0.76"/>
                  <dgm:constr type="b" for="ch" forName="topConnNode1" refType="t" refFor="ch" refForName="rootText1"/>
                </dgm:constrLst>
              </dgm:else>
            </dgm:choose>
            <dgm:layoutNode name="rootText1" styleLbl="alignAcc1">
              <dgm:varLst>
                <dgm:chPref val="3"/>
              </dgm:varLst>
              <dgm:alg type="tx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top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-140"/>
                  <dgm:adj idx="2" val="-40"/>
                </dgm:adjLst>
              </dgm:shape>
              <dgm:presOf/>
            </dgm:layoutNode>
            <dgm:layoutNode name="bottomArc1" styleLbl="parChTrans1D1" moveWith="rootText1">
              <dgm:alg type="sp"/>
              <dgm:shape xmlns:r="http://schemas.openxmlformats.org/officeDocument/2006/relationships" type="arc" r:blip="" zOrderOff="-2">
                <dgm:adjLst>
                  <dgm:adj idx="1" val="40"/>
                  <dgm:adj idx="2" val="140"/>
                </dgm:adjLst>
              </dgm:shape>
              <dgm:presOf/>
            </dgm:layoutNode>
            <dgm:layoutNode name="topConnNode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</dgm:layoutNode>
          </dgm:layoutNode>
          <dgm:layoutNode name="hierChild2">
            <dgm:choose name="Name16">
              <dgm:if name="Name17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18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19" func="var" arg="hierBranch" op="equ" val="hang">
                <dgm:choose name="Name20">
                  <dgm:if name="Name21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2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3">
                <dgm:choose name="Name24">
                  <dgm:if name="Name25" func="var" arg="dir" op="equ" val="norm">
                    <dgm:alg type="hierChild"/>
                  </dgm:if>
                  <dgm:else name="Name26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a" axis="ch" ptType="nonAsst">
              <dgm:forEach name="Name27" axis="precedSib" ptType="parTrans" st="-1" cnt="1">
                <dgm:layoutNode name="Name28">
                  <dgm:choose name="Name29">
                    <dgm:if name="Name30" func="var" arg="hierBranch" op="equ" val="std">
                      <dgm:choose name="Name31">
                        <dgm:if name="Name32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1"/>
                            <dgm:param type="dstNode" val="topArc2"/>
                          </dgm:alg>
                        </dgm:if>
                        <dgm:if name="Name33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3"/>
                            <dgm:param type="dstNode" val="topArc2"/>
                          </dgm:alg>
                        </dgm:if>
                        <dgm:else name="Name34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  <dgm:param type="srcNode" val="bottomArc2"/>
                            <dgm:param type="dstNode" val="topArc2"/>
                          </dgm:alg>
                        </dgm:else>
                      </dgm:choose>
                    </dgm:if>
                    <dgm:if name="Name35" func="var" arg="hierBranch" op="equ" val="init">
                      <dgm:choose name="Name36">
                        <dgm:if name="Name37" axis="self" func="depth" op="lte" val="2">
                          <dgm:choose name="Name38">
                            <dgm:if name="Name39" axis="self" func="depth" op="lte" val="2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1"/>
                                <dgm:param type="dstNode" val="topArc2"/>
                              </dgm:alg>
                            </dgm:if>
                            <dgm:if name="Name40" axis="par" ptType="asst" func="cnt" op="equ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3"/>
                                <dgm:param type="dstNode" val="topArc2"/>
                              </dgm:alg>
                            </dgm:if>
                            <dgm:else name="Name4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  <dgm:param type="srcNode" val="bottomArc2"/>
                                <dgm:param type="dstNode" val="topArc2"/>
                              </dgm:alg>
                            </dgm:else>
                          </dgm:choose>
                        </dgm:if>
                        <dgm:else name="Name42">
                          <dgm:choose name="Name43">
                            <dgm:if name="Name44" axis="par des" func="maxDepth" op="lte" val="1">
                              <dgm:choose name="Name45">
                                <dgm:if name="Name46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1"/>
                                    <dgm:param type="dstNode" val="topConnNode2"/>
                                  </dgm:alg>
                                </dgm:if>
                                <dgm:if name="Name47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3"/>
                                    <dgm:param type="dstNode" val="topConnNode2"/>
                                  </dgm:alg>
                                </dgm:if>
                                <dgm:else name="Name48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bL bR"/>
                                    <dgm:param type="srcNode" val="bottomArc2"/>
                                    <dgm:param type="dstNode" val="topConnNode2"/>
                                  </dgm:alg>
                                </dgm:else>
                              </dgm:choose>
                            </dgm:if>
                            <dgm:else name="Name49">
                              <dgm:choose name="Name50">
                                <dgm:if name="Name51" axis="self" func="depth" op="lte" val="2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1"/>
                                    <dgm:param type="dstNode" val="topArc2"/>
                                  </dgm:alg>
                                </dgm:if>
                                <dgm:if name="Name52" axis="par" ptType="asst" func="cnt" op="equ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3"/>
                                    <dgm:param type="dstNode" val="topArc2"/>
                                  </dgm:alg>
                                </dgm:if>
                                <dgm:else name="Name53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tCtr"/>
                                    <dgm:param type="bendPt" val="end"/>
                                    <dgm:param type="srcNode" val="bottomArc2"/>
                                    <dgm:param type="dstNode" val="topArc2"/>
                                  </dgm:alg>
                                </dgm:else>
                              </dgm:choose>
                            </dgm:else>
                          </dgm:choose>
                        </dgm:else>
                      </dgm:choose>
                    </dgm:if>
                    <dgm:else name="Name54">
                      <dgm:choose name="Name55">
                        <dgm:if name="Name56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1"/>
                            <dgm:param type="dstNode" val="topConnNode2"/>
                          </dgm:alg>
                        </dgm:if>
                        <dgm:if name="Name57" axis="par" ptType="asst" func="cnt" op="equ" val="1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3"/>
                            <dgm:param type="dstNode" val="topConnNode2"/>
                          </dgm:alg>
                        </dgm:if>
                        <dgm:else name="Name58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bL bR"/>
                            <dgm:param type="srcNode" val="bottomArc2"/>
                            <dgm:param type="dstNode" val="topConnNode2"/>
                          </dgm:alg>
                        </dgm:else>
                      </dgm:choose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2">
                <dgm:varLst>
                  <dgm:hierBranch val="init"/>
                </dgm:varLst>
                <dgm:choose name="Name59">
                  <dgm:if name="Name60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1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62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63" func="var" arg="hierBranch" op="equ" val="init">
                    <dgm:choose name="Name64">
                      <dgm:if name="Name65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6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layoutNode name="rootComposite2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68">
                    <dgm:if name="Name69" func="var" arg="hierBranch" op="equ" val="init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0" func="var" arg="hierBranch" op="equ" val="l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if name="Name71" func="var" arg="hierBranch" op="equ" val="r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if>
                    <dgm:else name="Name72">
                      <dgm:constrLst>
                        <dgm:constr type="l" for="ch" forName="rootText2"/>
                        <dgm:constr type="t" for="ch" forName="rootText2" refType="h" fact="0.18"/>
                        <dgm:constr type="w" for="ch" forName="rootText2" refType="w"/>
                        <dgm:constr type="h" for="ch" forName="rootText2" refType="h" fact="0.64"/>
                        <dgm:constr type="l" for="ch" forName="topArc2" refType="w" fact="0.25"/>
                        <dgm:constr type="t" for="ch" forName="topArc2"/>
                        <dgm:constr type="w" for="ch" forName="topArc2" refType="h" refFor="ch" refForName="topArc2"/>
                        <dgm:constr type="h" for="ch" forName="topArc2" refType="h"/>
                        <dgm:constr type="l" for="ch" forName="bottomArc2" refType="w" fact="0.25"/>
                        <dgm:constr type="t" for="ch" forName="bottomArc2"/>
                        <dgm:constr type="w" for="ch" forName="bottomArc2" refType="h" refFor="ch" refForName="bottomArc2"/>
                        <dgm:constr type="h" for="ch" forName="bottomArc2" refType="h"/>
                        <dgm:constr type="ctrX" for="ch" forName="topConnNode2" refType="w" fact="0.5"/>
                        <dgm:constr type="t" for="ch" forName="topConnNode2"/>
                        <dgm:constr type="w" for="ch" forName="topConnNode2" refType="h" fact="0.76"/>
                        <dgm:constr type="b" for="ch" forName="topConnNode2" refType="t" refFor="ch" refForName="rootText2"/>
                      </dgm:constrLst>
                    </dgm:else>
                  </dgm:choose>
                  <dgm:layoutNode name="rootText2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2" styleLbl="parChTrans1D1" moveWith="rootText2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2" moveWith="rootText2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4">
                  <dgm:choose name="Name73">
                    <dgm:if name="Name7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7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76" func="var" arg="hierBranch" op="equ" val="hang">
                      <dgm:choose name="Name77">
                        <dgm:if name="Name7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7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80" func="var" arg="hierBranch" op="equ" val="std">
                      <dgm:choose name="Name81">
                        <dgm:if name="Name82" func="var" arg="dir" op="equ" val="norm">
                          <dgm:alg type="hierChild"/>
                        </dgm:if>
                        <dgm:else name="Name8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84" func="var" arg="hierBranch" op="equ" val="init">
                      <dgm:choose name="Name85">
                        <dgm:if name="Name8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87">
                          <dgm:choose name="Name88">
                            <dgm:if name="Name89" func="var" arg="dir" op="equ" val="norm">
                              <dgm:alg type="hierChild"/>
                            </dgm:if>
                            <dgm:else name="Name9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91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2" ref="rep2a"/>
                </dgm:layoutNode>
                <dgm:layoutNode name="hierChild5">
                  <dgm:choose name="Name93">
                    <dgm:if name="Name9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9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96" ref="rep2b"/>
                </dgm:layoutNode>
              </dgm:layoutNode>
            </dgm:forEach>
          </dgm:layoutNode>
          <dgm:layoutNode name="hierChild3">
            <dgm:choose name="Name97">
              <dgm:if name="Name9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9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forEach name="rep2b" axis="ch" ptType="asst">
              <dgm:forEach name="Name100" axis="precedSib" ptType="parTrans" st="-1" cnt="1">
                <dgm:layoutNode name="Name101">
                  <dgm:choose name="Name102">
                    <dgm:if name="Name103" axis="self" func="depth" op="lte" val="2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1"/>
                        <dgm:param type="dstNode" val="topConnNode3"/>
                      </dgm:alg>
                    </dgm:if>
                    <dgm:if name="Name104" axis="par" ptType="asst" func="cnt" op="equ" val="1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3"/>
                        <dgm:param type="dstNode" val="topConnNode3"/>
                      </dgm:alg>
                    </dgm:if>
                    <dgm:else name="Name10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bL bR"/>
                        <dgm:param type="srcNode" val="bottomArc2"/>
                        <dgm:param type="dstNode" val="topConnNode3"/>
                      </dgm:alg>
                    </dgm:else>
                  </dgm:choose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</dgm:layoutNode>
              </dgm:forEach>
              <dgm:layoutNode name="hierRoot3">
                <dgm:varLst>
                  <dgm:hierBranch val="init"/>
                </dgm:varLst>
                <dgm:choose name="Name106">
                  <dgm:if name="Name107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8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09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0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1" func="var" arg="hierBranch" op="equ" val="init">
                    <dgm:choose name="Name112">
                      <dgm:if name="Name113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14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15"/>
                </dgm:choose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16">
                    <dgm:if name="Name117" func="var" arg="hierBranch" op="equ" val="init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8" func="var" arg="hierBranch" op="equ" val="l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if name="Name119" func="var" arg="hierBranch" op="equ" val="r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if>
                    <dgm:else name="Name120">
                      <dgm:constrLst>
                        <dgm:constr type="l" for="ch" forName="rootText3"/>
                        <dgm:constr type="t" for="ch" forName="rootText3" refType="h" fact="0.18"/>
                        <dgm:constr type="w" for="ch" forName="rootText3" refType="w"/>
                        <dgm:constr type="h" for="ch" forName="rootText3" refType="h" fact="0.64"/>
                        <dgm:constr type="l" for="ch" forName="topArc3" refType="w" fact="0.25"/>
                        <dgm:constr type="t" for="ch" forName="topArc3"/>
                        <dgm:constr type="w" for="ch" forName="topArc3" refType="h" refFor="ch" refForName="topArc3"/>
                        <dgm:constr type="h" for="ch" forName="topArc3" refType="h"/>
                        <dgm:constr type="l" for="ch" forName="bottomArc3" refType="w" fact="0.25"/>
                        <dgm:constr type="t" for="ch" forName="bottomArc3"/>
                        <dgm:constr type="w" for="ch" forName="bottomArc3" refType="h" refFor="ch" refForName="bottomArc3"/>
                        <dgm:constr type="h" for="ch" forName="bottomArc3" refType="h"/>
                        <dgm:constr type="ctrX" for="ch" forName="topConnNode3" refType="w" fact="0.5"/>
                        <dgm:constr type="t" for="ch" forName="topConnNode3"/>
                        <dgm:constr type="w" for="ch" forName="topConnNode3" refType="h" fact="0.76"/>
                        <dgm:constr type="b" for="ch" forName="topConnNode3" refType="t" refFor="ch" refForName="rootText3"/>
                      </dgm:constrLst>
                    </dgm:else>
                  </dgm:choose>
                  <dgm:layoutNode name="rootText3" styleLbl="alignAcc1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top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-140"/>
                        <dgm:adj idx="2" val="-40"/>
                      </dgm:adjLst>
                    </dgm:shape>
                    <dgm:presOf/>
                  </dgm:layoutNode>
                  <dgm:layoutNode name="bottomArc3" styleLbl="parChTrans1D1" moveWith="rootText3">
                    <dgm:alg type="sp"/>
                    <dgm:shape xmlns:r="http://schemas.openxmlformats.org/officeDocument/2006/relationships" type="arc" r:blip="" zOrderOff="-2">
                      <dgm:adjLst>
                        <dgm:adj idx="1" val="40"/>
                        <dgm:adj idx="2" val="140"/>
                      </dgm:adjLst>
                    </dgm:shape>
                    <dgm:presOf/>
                  </dgm:layoutNode>
                  <dgm:layoutNode name="topConnNode3" moveWith="rootText3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</dgm:layoutNode>
                </dgm:layoutNode>
                <dgm:layoutNode name="hierChild6">
                  <dgm:choose name="Name121">
                    <dgm:if name="Name122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3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24" func="var" arg="hierBranch" op="equ" val="hang">
                      <dgm:choose name="Name125">
                        <dgm:if name="Name126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27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28" func="var" arg="hierBranch" op="equ" val="std">
                      <dgm:choose name="Name129">
                        <dgm:if name="Name130" func="var" arg="dir" op="equ" val="norm">
                          <dgm:alg type="hierChild"/>
                        </dgm:if>
                        <dgm:else name="Name131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2" func="var" arg="hierBranch" op="equ" val="init">
                      <dgm:choose name="Name133">
                        <dgm:if name="Name134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35">
                          <dgm:alg type="hierChild"/>
                        </dgm:else>
                      </dgm:choose>
                    </dgm:if>
                    <dgm:else name="Name136"/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37" ref="rep2a"/>
                </dgm:layoutNode>
                <dgm:layoutNode name="hierChild7">
                  <dgm:choose name="Name138">
                    <dgm:if name="Name139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0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forEach name="Name141" ref="rep2b"/>
                </dgm:layoutNode>
              </dgm:layoutNode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orgChart1">
  <dgm:title val=""/>
  <dgm:desc val=""/>
  <dgm:catLst>
    <dgm:cat type="hierarchy" pri="1000"/>
    <dgm:cat type="convert" pri="6000"/>
  </dgm:catLst>
  <dgm:sampData>
    <dgm:dataModel>
      <dgm:ptLst>
        <dgm:pt modelId="0" type="doc"/>
        <dgm:pt modelId="1">
          <dgm:prSet phldr="1"/>
        </dgm:pt>
        <dgm:pt modelId="2" type="asst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5" srcId="0" destId="1" srcOrd="0" destOrd="0"/>
        <dgm:cxn modelId="6" srcId="1" destId="2" srcOrd="0" destOrd="0"/>
        <dgm:cxn modelId="7" srcId="1" destId="3" srcOrd="1" destOrd="0"/>
        <dgm:cxn modelId="8" srcId="1" destId="4" srcOrd="2" destOrd="0"/>
        <dgm:cxn modelId="9" srcId="1" destId="5" srcOrd="3" destOrd="0"/>
      </dgm:cxnLst>
      <dgm:bg/>
      <dgm:whole/>
    </dgm:dataModel>
  </dgm:sampData>
  <dgm:styleData>
    <dgm:dataModel>
      <dgm:ptLst>
        <dgm:pt modelId="0" type="doc"/>
        <dgm:pt modelId="1"/>
        <dgm:pt modelId="12"/>
        <dgm:pt modelId="13"/>
      </dgm:ptLst>
      <dgm:cxnLst>
        <dgm:cxn modelId="2" srcId="0" destId="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 type="asst"/>
        <dgm:pt modelId="12"/>
        <dgm:pt modelId="13"/>
        <dgm:pt modelId="14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  <dgm:cxn modelId="18" srcId="1" destId="14" srcOrd="2" destOrd="0"/>
      </dgm:cxnLst>
      <dgm:bg/>
      <dgm:whole/>
    </dgm:dataModel>
  </dgm:clrData>
  <dgm:layoutNode name="hierChild1">
    <dgm:varLst>
      <dgm:orgChart val="1"/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rootComposite1" refType="w" fact="10"/>
      <dgm:constr type="h" for="des" forName="rootComposite1" refType="w" refFor="des" refForName="rootComposite1" fact="0.5"/>
      <dgm:constr type="w" for="des" forName="rootComposite" refType="w" fact="10"/>
      <dgm:constr type="h" for="des" forName="rootComposite" refType="w" refFor="des" refForName="rootComposite1" fact="0.5"/>
      <dgm:constr type="w" for="des" forName="rootComposite3" refType="w" fact="10"/>
      <dgm:constr type="h" for="des" forName="rootComposite3" refType="w" refFor="des" refForName="rootComposite1" fact="0.5"/>
      <dgm:constr type="primFontSz" for="des" ptType="node" op="equ"/>
      <dgm:constr type="sp" for="des" op="equ"/>
      <dgm:constr type="sp" for="des" forName="hierRoot1" refType="w" refFor="des" refForName="rootComposite1" fact="0.21"/>
      <dgm:constr type="sp" for="des" forName="hierRoot2" refType="sp" refFor="des" refForName="hierRoot1"/>
      <dgm:constr type="sp" for="des" forName="hierRoot3" refType="sp" refFor="des" refForName="hierRoot1"/>
      <dgm:constr type="sibSp" refType="w" refFor="des" refForName="rootComposite1" fact="0.2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ibSp" for="des" forName="hierChild7" refType="sibSp"/>
      <dgm:constr type="secSibSp" refType="w" refFor="des" refForName="rootComposite1" fact="0.21"/>
      <dgm:constr type="secSibSp" for="des" forName="hierChild2" refType="secSibSp"/>
      <dgm:constr type="secSibSp" for="des" forName="hierChild3" refType="secSibSp"/>
      <dgm:constr type="secSibSp" for="des" forName="hierChild4" refType="secSibSp"/>
      <dgm:constr type="secSibSp" for="des" forName="hierChild5" refType="secSibSp"/>
      <dgm:constr type="secSibSp" for="des" forName="hierChild6" refType="secSibSp"/>
      <dgm:constr type="secSibSp" for="des" forName="hierChild7" refType="secSibSp"/>
    </dgm:constrLst>
    <dgm:ruleLst/>
    <dgm:forEach name="Name3" axis="ch">
      <dgm:forEach name="Name4" axis="self" ptType="node">
        <dgm:layoutNode name="hierRoot1">
          <dgm:varLst>
            <dgm:hierBranch val="init"/>
          </dgm:varLst>
          <dgm:choose name="Name5">
            <dgm:if name="Name6" func="var" arg="hierBranch" op="equ" val="l">
              <dgm:choose name="Name7">
                <dgm:if name="Name8" axis="ch" ptType="asst" func="cnt" op="gte" val="1">
                  <dgm:alg type="hierRoot">
                    <dgm:param type="hierAlign" val="tR"/>
                  </dgm:alg>
                  <dgm:constrLst>
                    <dgm:constr type="alignOff" val="0.65"/>
                  </dgm:constrLst>
                </dgm:if>
                <dgm:else name="Name9">
                  <dgm:alg type="hierRoot">
                    <dgm:param type="hierAlign" val="tR"/>
                  </dgm:alg>
                  <dgm:constrLst>
                    <dgm:constr type="alignOff" val="0.25"/>
                  </dgm:constrLst>
                </dgm:else>
              </dgm:choose>
            </dgm:if>
            <dgm:if name="Name10" func="var" arg="hierBranch" op="equ" val="r">
              <dgm:choose name="Name11">
                <dgm:if name="Name12" axis="ch" ptType="asst" func="cnt" op="gte" val="1">
                  <dgm:alg type="hierRoot">
                    <dgm:param type="hierAlign" val="tL"/>
                  </dgm:alg>
                  <dgm:constrLst>
                    <dgm:constr type="alignOff" val="0.65"/>
                  </dgm:constrLst>
                </dgm:if>
                <dgm:else name="Name13">
                  <dgm:alg type="hierRoot">
                    <dgm:param type="hierAlign" val="tL"/>
                  </dgm:alg>
                  <dgm:constrLst>
                    <dgm:constr type="alignOff" val="0.25"/>
                  </dgm:constrLst>
                </dgm:else>
              </dgm:choose>
            </dgm:if>
            <dgm:if name="Name14" func="var" arg="hierBranch" op="equ" val="hang">
              <dgm:alg type="hierRoot"/>
              <dgm:constrLst>
                <dgm:constr type="alignOff" val="0.65"/>
              </dgm:constrLst>
            </dgm:if>
            <dgm:else name="Name15">
              <dgm:alg type="hierRoot"/>
              <dgm:constrLst>
                <dgm:constr type="alignOff"/>
                <dgm:constr type="bendDist" for="des" ptType="parTrans" refType="sp" fact="0.5"/>
              </dgm:constrLst>
            </dgm:else>
          </dgm:choose>
          <dgm:shape xmlns:r="http://schemas.openxmlformats.org/officeDocument/2006/relationships" r:blip="">
            <dgm:adjLst/>
          </dgm:shape>
          <dgm:presOf/>
          <dgm:ruleLst/>
          <dgm:layoutNode name="rootComposite1">
            <dgm:alg type="composite"/>
            <dgm:shape xmlns:r="http://schemas.openxmlformats.org/officeDocument/2006/relationships" r:blip="">
              <dgm:adjLst/>
            </dgm:shape>
            <dgm:presOf axis="self" ptType="node" cnt="1"/>
            <dgm:choose name="Name16">
              <dgm:if name="Name17" func="var" arg="hierBranch" op="equ" val="init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8" func="var" arg="hierBranch" op="equ" val="l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if name="Name19" func="var" arg="hierBranch" op="equ" val="r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l" for="ch" forName="rootConnector1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if>
              <dgm:else name="Name20">
                <dgm:constrLst>
                  <dgm:constr type="l" for="ch" forName="rootText1"/>
                  <dgm:constr type="t" for="ch" forName="rootText1"/>
                  <dgm:constr type="w" for="ch" forName="rootText1" refType="w"/>
                  <dgm:constr type="h" for="ch" forName="rootText1" refType="h"/>
                  <dgm:constr type="r" for="ch" forName="rootConnector1" refType="w"/>
                  <dgm:constr type="t" for="ch" forName="rootConnector1"/>
                  <dgm:constr type="w" for="ch" forName="rootConnector1" refType="w" refFor="ch" refForName="rootText1" fact="0.2"/>
                  <dgm:constr type="h" for="ch" forName="rootConnector1" refType="h" refFor="ch" refForName="rootText1"/>
                </dgm:constrLst>
              </dgm:else>
            </dgm:choose>
            <dgm:ruleLst/>
            <dgm:layoutNode name="rootText1" styleLbl="node0">
              <dgm:varLst>
                <dgm:chPref val="3"/>
              </dgm:varLst>
              <dgm:alg type="tx"/>
              <dgm:shape xmlns:r="http://schemas.openxmlformats.org/officeDocument/2006/relationships" type="rect" r:blip="">
                <dgm:adjLst/>
              </dgm:shape>
              <dgm:presOf axis="self" ptType="node" cnt="1"/>
              <dgm:constrLst>
                <dgm:constr type="primFontSz" val="65"/>
                <dgm:constr type="lMarg" refType="primFontSz" fact="0.05"/>
                <dgm:constr type="rMarg" refType="primFontSz" fact="0.05"/>
                <dgm:constr type="tMarg" refType="primFontSz" fact="0.05"/>
                <dgm:constr type="bMarg" refType="primFontSz" fact="0.05"/>
              </dgm:constrLst>
              <dgm:ruleLst>
                <dgm:rule type="primFontSz" val="5" fact="NaN" max="NaN"/>
              </dgm:ruleLst>
            </dgm:layoutNode>
            <dgm:layoutNode name="rootConnector1" moveWith="rootText1">
              <dgm:alg type="sp"/>
              <dgm:shape xmlns:r="http://schemas.openxmlformats.org/officeDocument/2006/relationships" type="rect" r:blip="" hideGeom="1">
                <dgm:adjLst/>
              </dgm:shape>
              <dgm:presOf axis="self" ptType="node" cnt="1"/>
              <dgm:constrLst/>
              <dgm:ruleLst/>
            </dgm:layoutNode>
          </dgm:layoutNode>
          <dgm:layoutNode name="hierChild2">
            <dgm:choose name="Name21">
              <dgm:if name="Name22" func="var" arg="hierBranch" op="equ" val="l">
                <dgm:alg type="hierChild">
                  <dgm:param type="chAlign" val="r"/>
                  <dgm:param type="linDir" val="fromT"/>
                </dgm:alg>
              </dgm:if>
              <dgm:if name="Name23" func="var" arg="hierBranch" op="equ" val="r">
                <dgm:alg type="hierChild">
                  <dgm:param type="chAlign" val="l"/>
                  <dgm:param type="linDir" val="fromT"/>
                </dgm:alg>
              </dgm:if>
              <dgm:if name="Name24" func="var" arg="hierBranch" op="equ" val="hang">
                <dgm:choose name="Name25">
                  <dgm:if name="Name26" func="var" arg="dir" op="equ" val="norm">
                    <dgm:alg type="hierChild">
                      <dgm:param type="chAlign" val="l"/>
                      <dgm:param type="linDir" val="fromL"/>
                      <dgm:param type="secChAlign" val="t"/>
                      <dgm:param type="secLinDir" val="fromT"/>
                    </dgm:alg>
                  </dgm:if>
                  <dgm:else name="Name27">
                    <dgm:alg type="hierChild">
                      <dgm:param type="chAlign" val="l"/>
                      <dgm:param type="linDir" val="fromR"/>
                      <dgm:param type="secChAlign" val="t"/>
                      <dgm:param type="secLinDir" val="fromT"/>
                    </dgm:alg>
                  </dgm:else>
                </dgm:choose>
              </dgm:if>
              <dgm:else name="Name28">
                <dgm:choose name="Name29">
                  <dgm:if name="Name30" func="var" arg="dir" op="equ" val="norm">
                    <dgm:alg type="hierChild"/>
                  </dgm:if>
                  <dgm:else name="Name31">
                    <dgm:alg type="hierChild">
                      <dgm:param type="linDir" val="fromR"/>
                    </dgm:alg>
                  </dgm:else>
                </dgm:choose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a" axis="ch" ptType="nonAsst">
              <dgm:forEach name="Name32" axis="precedSib" ptType="parTrans" st="-1" cnt="1">
                <dgm:choose name="Name33">
                  <dgm:if name="Name34" func="var" arg="hierBranch" op="equ" val="std">
                    <dgm:layoutNode name="Name35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tCtr"/>
                        <dgm:param type="bendPt" val="end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36" func="var" arg="hierBranch" op="equ" val="init">
                    <dgm:layoutNode name="Name37">
                      <dgm:choose name="Name38">
                        <dgm:if name="Name39" axis="self" func="depth" op="lte" val="2">
                          <dgm:alg type="conn">
                            <dgm:param type="connRout" val="bend"/>
                            <dgm:param type="dim" val="1D"/>
                            <dgm:param type="endSty" val="noArr"/>
                            <dgm:param type="begPts" val="bCtr"/>
                            <dgm:param type="endPts" val="tCtr"/>
                            <dgm:param type="bendPt" val="end"/>
                          </dgm:alg>
                        </dgm:if>
                        <dgm:else name="Name40">
                          <dgm:choose name="Name41">
                            <dgm:if name="Name42" axis="par des" func="maxDepth" op="lte" val="1">
                              <dgm:choose name="Name43">
                                <dgm:if name="Name44" axis="par ch" ptType="node asst" func="cnt" op="gte" val="1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</dgm:alg>
                                </dgm:if>
                                <dgm:else name="Name45">
                                  <dgm:alg type="conn">
                                    <dgm:param type="connRout" val="bend"/>
                                    <dgm:param type="dim" val="1D"/>
                                    <dgm:param type="endSty" val="noArr"/>
                                    <dgm:param type="begPts" val="bCtr"/>
                                    <dgm:param type="endPts" val="midL midR"/>
                                    <dgm:param type="srcNode" val="rootConnector"/>
                                  </dgm:alg>
                                </dgm:else>
                              </dgm:choose>
                            </dgm:if>
                            <dgm:else name="Name46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tCtr"/>
                                <dgm:param type="bendPt" val="end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if name="Name47" func="var" arg="hierBranch" op="equ" val="hang">
                    <dgm:layoutNode name="Name48">
                      <dgm:alg type="conn">
                        <dgm:param type="connRout" val="bend"/>
                        <dgm:param type="dim" val="1D"/>
                        <dgm:param type="endSty" val="noArr"/>
                        <dgm:param type="begPts" val="bCtr"/>
                        <dgm:param type="endPts" val="midL midR"/>
                      </dgm:alg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if>
                  <dgm:else name="Name49">
                    <dgm:layoutNode name="Name50">
                      <dgm:choose name="Name51">
                        <dgm:if name="Name52" axis="self" func="depth" op="lte" val="2">
                          <dgm:choose name="Name53">
                            <dgm:if name="Name54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5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1"/>
                              </dgm:alg>
                            </dgm:else>
                          </dgm:choose>
                        </dgm:if>
                        <dgm:else name="Name56">
                          <dgm:choose name="Name57">
                            <dgm:if name="Name58" axis="par ch" ptType="node asst" func="cnt" op="gte" val="1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</dgm:alg>
                            </dgm:if>
                            <dgm:else name="Name59">
                              <dgm:alg type="conn">
                                <dgm:param type="connRout" val="bend"/>
                                <dgm:param type="dim" val="1D"/>
                                <dgm:param type="endSty" val="noArr"/>
                                <dgm:param type="begPts" val="bCtr"/>
                                <dgm:param type="endPts" val="midL midR"/>
                                <dgm:param type="srcNode" val="rootConnector"/>
                              </dgm:alg>
                            </dgm:else>
                          </dgm:choose>
                        </dgm:else>
                      </dgm:choose>
                      <dgm:shape xmlns:r="http://schemas.openxmlformats.org/officeDocument/2006/relationships" type="conn" r:blip="" zOrderOff="-99999">
                        <dgm:adjLst/>
                      </dgm:shape>
                      <dgm:presOf axis="self"/>
                      <dgm:constrLst>
                        <dgm:constr type="begPad"/>
                        <dgm:constr type="endPad"/>
                      </dgm:constrLst>
                      <dgm:ruleLst/>
                    </dgm:layoutNode>
                  </dgm:else>
                </dgm:choose>
              </dgm:forEach>
              <dgm:layoutNode name="hierRoot2">
                <dgm:varLst>
                  <dgm:hierBranch val="init"/>
                </dgm:varLst>
                <dgm:choose name="Name60">
                  <dgm:if name="Name61" func="var" arg="hierBranch" op="equ" val="l">
                    <dgm:choose name="Name62">
                      <dgm:if name="Name63" axis="ch" ptType="asst" func="cnt" op="gte" val="1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4">
                        <dgm:alg type="hierRoot">
                          <dgm:param type="hierAlign" val="tR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5" func="var" arg="hierBranch" op="equ" val="r">
                    <dgm:choose name="Name66">
                      <dgm:if name="Name67" axis="ch" ptType="asst" func="cnt" op="g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68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25"/>
                        </dgm:constrLst>
                      </dgm:else>
                    </dgm:choose>
                  </dgm:if>
                  <dgm:if name="Name69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70" func="var" arg="hierBranch" op="equ" val="init">
                    <dgm:choose name="Name71">
                      <dgm:if name="Name72" axis="des" func="maxDepth" op="lte" val="1">
                        <dgm:choose name="Name73">
                          <dgm:if name="Name74" axis="ch" ptType="asst" func="cnt" op="gte" val="1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65"/>
                            </dgm:constrLst>
                          </dgm:if>
                          <dgm:else name="Name75">
                            <dgm:alg type="hierRoot">
                              <dgm:param type="hierAlign" val="tL"/>
                            </dgm:alg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alignOff" val="0.25"/>
                            </dgm:constrLst>
                          </dgm:else>
                        </dgm:choose>
                      </dgm:if>
                      <dgm:else name="Name76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77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else>
                </dgm:choose>
                <dgm:ruleLst/>
                <dgm:layoutNode name="rootComposite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78">
                    <dgm:if name="Name79" func="var" arg="hierBranch" op="equ" val="init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0" func="var" arg="hierBranch" op="equ" val="l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if name="Name81" func="var" arg="hierBranch" op="equ" val="r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l" for="ch" forName="rootConnector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if>
                    <dgm:else name="Name82">
                      <dgm:constrLst>
                        <dgm:constr type="l" for="ch" forName="rootText"/>
                        <dgm:constr type="t" for="ch" forName="rootText"/>
                        <dgm:constr type="w" for="ch" forName="rootText" refType="w"/>
                        <dgm:constr type="h" for="ch" forName="rootText" refType="h"/>
                        <dgm:constr type="r" for="ch" forName="rootConnector" refType="w"/>
                        <dgm:constr type="t" for="ch" forName="rootConnector"/>
                        <dgm:constr type="w" for="ch" forName="rootConnector" refType="w" refFor="ch" refForName="rootText" fact="0.2"/>
                        <dgm:constr type="h" for="ch" forName="rootConnector" refType="h" refFor="ch" refForName="rootText"/>
                      </dgm:constrLst>
                    </dgm:else>
                  </dgm:choose>
                  <dgm:ruleLst/>
                  <dgm:layoutNode name="rootText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" moveWith="rootText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4">
                  <dgm:choose name="Name83">
                    <dgm:if name="Name84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85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86" func="var" arg="hierBranch" op="equ" val="hang">
                      <dgm:choose name="Name87">
                        <dgm:if name="Name88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89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90" func="var" arg="hierBranch" op="equ" val="std">
                      <dgm:choose name="Name91">
                        <dgm:if name="Name92" func="var" arg="dir" op="equ" val="norm">
                          <dgm:alg type="hierChild"/>
                        </dgm:if>
                        <dgm:else name="Name93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94" func="var" arg="hierBranch" op="equ" val="init">
                      <dgm:choose name="Name95">
                        <dgm:if name="Name96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97">
                          <dgm:choose name="Name98">
                            <dgm:if name="Name99" func="var" arg="dir" op="equ" val="norm">
                              <dgm:alg type="hierChild"/>
                            </dgm:if>
                            <dgm:else name="Name100">
                              <dgm:alg type="hierChild">
                                <dgm:param type="linDir" val="fromR"/>
                              </dgm:alg>
                            </dgm:else>
                          </dgm:choose>
                        </dgm:else>
                      </dgm:choose>
                    </dgm:if>
                    <dgm:else name="Name101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2" ref="rep2a"/>
                </dgm:layoutNode>
                <dgm:layoutNode name="hierChild5">
                  <dgm:choose name="Name103">
                    <dgm:if name="Name104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05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06" ref="rep2b"/>
                </dgm:layoutNode>
              </dgm:layoutNode>
            </dgm:forEach>
          </dgm:layoutNode>
          <dgm:layoutNode name="hierChild3">
            <dgm:choose name="Name107">
              <dgm:if name="Name108" func="var" arg="dir" op="equ" val="norm">
                <dgm:alg type="hierChild">
                  <dgm:param type="chAlign" val="l"/>
                  <dgm:param type="linDir" val="fromL"/>
                  <dgm:param type="secChAlign" val="t"/>
                  <dgm:param type="secLinDir" val="fromT"/>
                </dgm:alg>
              </dgm:if>
              <dgm:else name="Name109">
                <dgm:alg type="hierChild">
                  <dgm:param type="chAlign" val="l"/>
                  <dgm:param type="linDir" val="fromR"/>
                  <dgm:param type="secChAlign" val="t"/>
                  <dgm:param type="secLinDir" val="fromT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2b" axis="ch" ptType="asst">
              <dgm:forEach name="Name110" axis="precedSib" ptType="parTrans" st="-1" cnt="1">
                <dgm:layoutNode name="Name111">
                  <dgm:alg type="conn">
                    <dgm:param type="connRout" val="bend"/>
                    <dgm:param type="dim" val="1D"/>
                    <dgm:param type="endSty" val="noArr"/>
                    <dgm:param type="begPts" val="bCtr"/>
                    <dgm:param type="endPts" val="midL midR"/>
                  </dgm:alg>
                  <dgm:shape xmlns:r="http://schemas.openxmlformats.org/officeDocument/2006/relationships" type="conn" r:blip="" zOrderOff="-99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layoutNode name="hierRoot3">
                <dgm:varLst>
                  <dgm:hierBranch val="init"/>
                </dgm:varLst>
                <dgm:choose name="Name112">
                  <dgm:if name="Name113" func="var" arg="hierBranch" op="equ" val="l">
                    <dgm:alg type="hierRoot">
                      <dgm:param type="hierAlign" val="tR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4" func="var" arg="hierBranch" op="equ" val="r">
                    <dgm:alg type="hierRoot">
                      <dgm:param type="hierAlign" val="tL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5" func="var" arg="hierBranch" op="equ" val="hang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 val="0.65"/>
                    </dgm:constrLst>
                  </dgm:if>
                  <dgm:if name="Name116" func="var" arg="hierBranch" op="equ" val="std">
                    <dgm:alg type="hierRoot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alignOff"/>
                      <dgm:constr type="bendDist" for="des" ptType="parTrans" refType="sp" fact="0.5"/>
                    </dgm:constrLst>
                  </dgm:if>
                  <dgm:if name="Name117" func="var" arg="hierBranch" op="equ" val="init">
                    <dgm:choose name="Name118">
                      <dgm:if name="Name119" axis="des" func="maxDepth" op="lte" val="1">
                        <dgm:alg type="hierRoot">
                          <dgm:param type="hierAlign" val="tL"/>
                        </dgm:alg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 val="0.65"/>
                        </dgm:constrLst>
                      </dgm:if>
                      <dgm:else name="Name120">
                        <dgm:alg type="hierRoot"/>
                        <dgm:shape xmlns:r="http://schemas.openxmlformats.org/officeDocument/2006/relationships" r:blip="">
                          <dgm:adjLst/>
                        </dgm:shape>
                        <dgm:presOf/>
                        <dgm:constrLst>
                          <dgm:constr type="alignOff"/>
                          <dgm:constr type="bendDist" for="des" ptType="parTrans" refType="sp" fact="0.5"/>
                        </dgm:constrLst>
                      </dgm:else>
                    </dgm:choose>
                  </dgm:if>
                  <dgm:else name="Name121"/>
                </dgm:choose>
                <dgm:ruleLst/>
                <dgm:layoutNode name="rootComposite3">
                  <dgm:alg type="composite"/>
                  <dgm:shape xmlns:r="http://schemas.openxmlformats.org/officeDocument/2006/relationships" r:blip="">
                    <dgm:adjLst/>
                  </dgm:shape>
                  <dgm:presOf axis="self" ptType="node" cnt="1"/>
                  <dgm:choose name="Name122">
                    <dgm:if name="Name123" func="var" arg="hierBranch" op="equ" val="init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4" func="var" arg="hierBranch" op="equ" val="l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if name="Name125" func="var" arg="hierBranch" op="equ" val="r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l" for="ch" forName="rootConnector3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if>
                    <dgm:else name="Name126">
                      <dgm:constrLst>
                        <dgm:constr type="l" for="ch" forName="rootText3"/>
                        <dgm:constr type="t" for="ch" forName="rootText3"/>
                        <dgm:constr type="w" for="ch" forName="rootText3" refType="w"/>
                        <dgm:constr type="h" for="ch" forName="rootText3" refType="h"/>
                        <dgm:constr type="r" for="ch" forName="rootConnector3" refType="w"/>
                        <dgm:constr type="t" for="ch" forName="rootConnector3"/>
                        <dgm:constr type="w" for="ch" forName="rootConnector3" refType="w" refFor="ch" refForName="rootText3" fact="0.2"/>
                        <dgm:constr type="h" for="ch" forName="rootConnector3" refType="h" refFor="ch" refForName="rootText3"/>
                      </dgm:constrLst>
                    </dgm:else>
                  </dgm:choose>
                  <dgm:ruleLst/>
                  <dgm:layoutNode name="rootText3">
                    <dgm:varLst>
                      <dgm:chPref val="3"/>
                    </dgm:varLst>
                    <dgm:alg type="tx"/>
                    <dgm:shape xmlns:r="http://schemas.openxmlformats.org/officeDocument/2006/relationships" type="rect" r:blip="">
                      <dgm:adjLst/>
                    </dgm:shape>
                    <dgm:presOf axis="self" ptType="node" cnt="1"/>
                    <dgm:constrLst>
                      <dgm:constr type="primFontSz" val="65"/>
                      <dgm:constr type="lMarg" refType="primFontSz" fact="0.05"/>
                      <dgm:constr type="rMarg" refType="primFontSz" fact="0.05"/>
                      <dgm:constr type="tMarg" refType="primFontSz" fact="0.05"/>
                      <dgm:constr type="b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rootConnector3" moveWith="rootText1">
                    <dgm:alg type="sp"/>
                    <dgm:shape xmlns:r="http://schemas.openxmlformats.org/officeDocument/2006/relationships" type="rect" r:blip="" hideGeom="1">
                      <dgm:adjLst/>
                    </dgm:shape>
                    <dgm:presOf axis="self" ptType="node" cnt="1"/>
                    <dgm:constrLst/>
                    <dgm:ruleLst/>
                  </dgm:layoutNode>
                </dgm:layoutNode>
                <dgm:layoutNode name="hierChild6">
                  <dgm:choose name="Name127">
                    <dgm:if name="Name128" func="var" arg="hierBranch" op="equ" val="l">
                      <dgm:alg type="hierChild">
                        <dgm:param type="chAlign" val="r"/>
                        <dgm:param type="linDir" val="fromT"/>
                      </dgm:alg>
                    </dgm:if>
                    <dgm:if name="Name129" func="var" arg="hierBranch" op="equ" val="r">
                      <dgm:alg type="hierChild">
                        <dgm:param type="chAlign" val="l"/>
                        <dgm:param type="linDir" val="fromT"/>
                      </dgm:alg>
                    </dgm:if>
                    <dgm:if name="Name130" func="var" arg="hierBranch" op="equ" val="hang">
                      <dgm:choose name="Name131">
                        <dgm:if name="Name132" func="var" arg="dir" op="equ" val="norm">
                          <dgm:alg type="hierChild">
                            <dgm:param type="chAlign" val="l"/>
                            <dgm:param type="linDir" val="fromL"/>
                            <dgm:param type="secChAlign" val="t"/>
                            <dgm:param type="secLinDir" val="fromT"/>
                          </dgm:alg>
                        </dgm:if>
                        <dgm:else name="Name133">
                          <dgm:alg type="hierChild">
                            <dgm:param type="chAlign" val="l"/>
                            <dgm:param type="linDir" val="fromR"/>
                            <dgm:param type="secChAlign" val="t"/>
                            <dgm:param type="secLinDir" val="fromT"/>
                          </dgm:alg>
                        </dgm:else>
                      </dgm:choose>
                    </dgm:if>
                    <dgm:if name="Name134" func="var" arg="hierBranch" op="equ" val="std">
                      <dgm:choose name="Name135">
                        <dgm:if name="Name136" func="var" arg="dir" op="equ" val="norm">
                          <dgm:alg type="hierChild"/>
                        </dgm:if>
                        <dgm:else name="Name137">
                          <dgm:alg type="hierChild">
                            <dgm:param type="linDir" val="fromR"/>
                          </dgm:alg>
                        </dgm:else>
                      </dgm:choose>
                    </dgm:if>
                    <dgm:if name="Name138" func="var" arg="hierBranch" op="equ" val="init">
                      <dgm:choose name="Name139">
                        <dgm:if name="Name140" axis="des" func="maxDepth" op="lte" val="1">
                          <dgm:alg type="hierChild">
                            <dgm:param type="chAlign" val="l"/>
                            <dgm:param type="linDir" val="fromT"/>
                          </dgm:alg>
                        </dgm:if>
                        <dgm:else name="Name141">
                          <dgm:alg type="hierChild"/>
                        </dgm:else>
                      </dgm:choose>
                    </dgm:if>
                    <dgm:else name="Name142"/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3" ref="rep2a"/>
                </dgm:layoutNode>
                <dgm:layoutNode name="hierChild7">
                  <dgm:choose name="Name144">
                    <dgm:if name="Name145" func="var" arg="dir" op="equ" val="norm">
                      <dgm:alg type="hierChild">
                        <dgm:param type="chAlign" val="l"/>
                        <dgm:param type="linDir" val="fromL"/>
                        <dgm:param type="secChAlign" val="t"/>
                        <dgm:param type="secLinDir" val="fromT"/>
                      </dgm:alg>
                    </dgm:if>
                    <dgm:else name="Name146">
                      <dgm:alg type="hierChild">
                        <dgm:param type="chAlign" val="l"/>
                        <dgm:param type="linDir" val="fromR"/>
                        <dgm:param type="secChAlign" val="t"/>
                        <dgm:param type="secLinDir" val="fromT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forEach name="Name147" ref="rep2b"/>
                </dgm:layoutNode>
              </dgm:layoutNode>
            </dgm:forEach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1">
  <dgm:title val=""/>
  <dgm:desc val=""/>
  <dgm:catLst>
    <dgm:cat type="process" pri="9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des" func="maxDepth" op="gte" val="2">
        <dgm:constrLst>
          <dgm:constr type="h" for="ch" forName="composite" refType="h"/>
          <dgm:constr type="w" for="ch" forName="composite" refType="w"/>
          <dgm:constr type="w" for="des" forName="parTx"/>
          <dgm:constr type="h" for="des" forName="parTx" op="equ"/>
          <dgm:constr type="w" for="des" forName="desTx"/>
          <dgm:constr type="h" for="des" forName="desTx" op="equ"/>
          <dgm:constr type="primFontSz" for="des" forName="parTx" val="65"/>
          <dgm:constr type="secFontSz" for="des" forName="desTx" refType="primFontSz" refFor="des" refForName="parTx" op="equ"/>
          <dgm:constr type="h" for="des" forName="parTx" refType="primFontSz" refFor="des" refForName="parTx" fact="1.5"/>
          <dgm:constr type="h" for="des" forName="desTx" refType="primFontSz" refFor="des" refForName="parTx" fact="0.5"/>
          <dgm:constr type="w" for="ch" forName="space" op="equ" val="-6"/>
        </dgm:constrLst>
        <dgm:ruleLst>
          <dgm:rule type="w" for="ch" forName="composite" val="0" fact="NaN" max="NaN"/>
          <dgm:rule type="primFontSz" for="des" forName="parTx" val="5" fact="NaN" max="NaN"/>
        </dgm:ruleLst>
        <dgm:forEach name="Name6" axis="ch" ptType="node"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hoose name="Name7">
              <dgm:if name="Name8" func="var" arg="dir" op="equ" val="norm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if>
              <dgm:else name="Name9">
                <dgm:constrLst>
                  <dgm:constr type="l" for="ch" forName="parTx"/>
                  <dgm:constr type="w" for="ch" forName="parTx" refType="w"/>
                  <dgm:constr type="t" for="ch" forName="parTx"/>
                  <dgm:constr type="l" for="ch" forName="desTx" refType="w" fact="0.2"/>
                  <dgm:constr type="w" for="ch" forName="desTx" refType="w" refFor="ch" refForName="parTx" fact="0.8"/>
                  <dgm:constr type="t" for="ch" forName="desTx" refType="h" refFor="ch" refForName="parTx" fact="1.125"/>
                </dgm:constrLst>
              </dgm:else>
            </dgm:choose>
            <dgm:ruleLst>
              <dgm:rule type="h" val="INF" fact="NaN" max="NaN"/>
            </dgm:ruleLst>
            <dgm:layoutNode name="parTx">
              <dgm:varLst>
                <dgm:chMax val="0"/>
                <dgm:chPref val="0"/>
                <dgm:bulletEnabled val="1"/>
              </dgm:varLst>
              <dgm:alg type="tx"/>
              <dgm:choose name="Name10">
                <dgm:if name="Name11" func="var" arg="dir" op="equ" val="norm">
                  <dgm:shape xmlns:r="http://schemas.openxmlformats.org/officeDocument/2006/relationships" type="chevron" r:blip="">
                    <dgm:adjLst/>
                  </dgm:shape>
                </dgm:if>
                <dgm:else name="Name12">
                  <dgm:shape xmlns:r="http://schemas.openxmlformats.org/officeDocument/2006/relationships" rot="180" type="chevron" r:blip="">
                    <dgm:adjLst/>
                  </dgm:shape>
                </dgm:else>
              </dgm:choose>
              <dgm:presOf axis="self" ptType="node"/>
              <dgm:choose name="Name13">
                <dgm:if name="Name14" func="var" arg="dir" op="equ" val="norm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315"/>
                    <dgm:constr type="rMarg" refType="primFontSz" fact="0.105"/>
                  </dgm:constrLst>
                </dgm:if>
                <dgm:else name="Name15">
                  <dgm:constrLst>
                    <dgm:constr type="h" refType="w" op="lte" fact="0.4"/>
                    <dgm:constr type="h"/>
                    <dgm:constr type="tMarg" refType="primFontSz" fact="0.105"/>
                    <dgm:constr type="bMarg" refType="primFontSz" fact="0.105"/>
                    <dgm:constr type="lMarg" refType="primFontSz" fact="0.105"/>
                    <dgm:constr type="rMarg" refType="primFontSz" fact="0.315"/>
                  </dgm:constrLst>
                </dgm:else>
              </dgm:choose>
              <dgm:ruleLst>
                <dgm:rule type="h" val="INF" fact="NaN" max="NaN"/>
              </dgm:ruleLst>
            </dgm:layoutNode>
            <dgm:layoutNode name="desTx" styleLbl="revTx">
              <dgm:varLst>
                <dgm:bulletEnabled val="1"/>
              </dgm:varLst>
              <dgm:alg type="tx">
                <dgm:param type="stBulletLvl" val="1"/>
              </dgm:alg>
              <dgm:choose name="Name16">
                <dgm:if name="Name17" axis="ch" ptType="node" func="cnt" op="gte" val="1">
                  <dgm:shape xmlns:r="http://schemas.openxmlformats.org/officeDocument/2006/relationships" type="rect" r:blip="">
                    <dgm:adjLst/>
                  </dgm:shape>
                </dgm:if>
                <dgm:else name="Name18">
                  <dgm:shape xmlns:r="http://schemas.openxmlformats.org/officeDocument/2006/relationships" type="rect" r:blip="" hideGeom="1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h"/>
                <dgm:constr type="tMarg"/>
                <dgm:constr type="bMarg"/>
                <dgm:constr type="rMarg"/>
                <dgm:constr type="lMarg"/>
              </dgm:constrLst>
              <dgm:ruleLst>
                <dgm:rule type="h" val="INF" fact="NaN" max="NaN"/>
              </dgm:ruleLst>
            </dgm:layoutNode>
          </dgm:layoutNode>
          <dgm:forEach name="Name19" axis="followSib" ptType="sibTrans" cnt="1">
            <dgm:layoutNode name="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20">
        <dgm:constrLst>
          <dgm:constr type="w" for="ch" forName="parTxOnly" refType="w"/>
          <dgm:constr type="h" for="des" forName="parTxOnly" op="equ"/>
          <dgm:constr type="primFontSz" for="des" forName="parTxOnly" op="equ" val="65"/>
          <dgm:constr type="w" for="ch" forName="parTxOnlySpace" refType="w" refFor="ch" refForName="parTxOnly" fact="-0.1"/>
        </dgm:constrLst>
        <dgm:ruleLst/>
        <dgm:forEach name="Name21" axis="ch" ptType="node">
          <dgm:layoutNode name="parTxOnly">
            <dgm:varLst>
              <dgm:chMax val="0"/>
              <dgm:chPref val="0"/>
              <dgm:bulletEnabled val="1"/>
            </dgm:varLst>
            <dgm:alg type="tx"/>
            <dgm:choose name="Name22">
              <dgm:if name="Name23" func="var" arg="dir" op="equ" val="norm">
                <dgm:shape xmlns:r="http://schemas.openxmlformats.org/officeDocument/2006/relationships" type="chevron" r:blip="">
                  <dgm:adjLst/>
                </dgm:shape>
              </dgm:if>
              <dgm:else name="Name24">
                <dgm:shape xmlns:r="http://schemas.openxmlformats.org/officeDocument/2006/relationships" rot="180" type="chevron" r:blip="">
                  <dgm:adjLst/>
                </dgm:shape>
              </dgm:else>
            </dgm:choose>
            <dgm:presOf axis="self" ptType="node"/>
            <dgm:choose name="Name25">
              <dgm:if name="Name26" func="var" arg="dir" op="equ" val="norm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315"/>
                  <dgm:constr type="rMarg" refType="primFontSz" fact="0.105"/>
                </dgm:constrLst>
              </dgm:if>
              <dgm:else name="Name27">
                <dgm:constrLst>
                  <dgm:constr type="h" refType="w" op="equ" fact="0.4"/>
                  <dgm:constr type="tMarg" refType="primFontSz" fact="0.105"/>
                  <dgm:constr type="bMarg" refType="primFontSz" fact="0.105"/>
                  <dgm:constr type="lMarg" refType="primFontSz" fact="0.105"/>
                  <dgm:constr type="rMarg" refType="primFontSz" fact="0.315"/>
                </dgm:constrLst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TxOnly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7T20:06:28.255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24362,'20'948'0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6-17T20:07:48.242"/>
    </inkml:context>
    <inkml:brush xml:id="br0">
      <inkml:brushProperty name="width" value="0.05" units="cm"/>
      <inkml:brushProperty name="height" value="0.05" units="cm"/>
      <inkml:brushProperty name="ignorePressure" value="1"/>
    </inkml:brush>
  </inkml:definitions>
  <inkml:trace contextRef="#ctx0" brushRef="#br0">0 0,'21426'0,"-21412"0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6-17T20:14:14.89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 22009,'6109'0'0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75813B3-6425-4A6D-806E-021B84DD5758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93CE8-3B10-43B2-8860-AFD8154600F8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30557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108434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193CE8-3B10-43B2-8860-AFD8154600F8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44893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193CE8-3B10-43B2-8860-AFD8154600F8}" type="slidenum">
              <a:rPr lang="en-IN" smtClean="0"/>
              <a:t>24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6619609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193CE8-3B10-43B2-8860-AFD8154600F8}" type="slidenum">
              <a:rPr lang="en-IN" smtClean="0"/>
              <a:t>60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733857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aletrix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;p3">
            <a:extLst>
              <a:ext uri="{FF2B5EF4-FFF2-40B4-BE49-F238E27FC236}">
                <a16:creationId xmlns:a16="http://schemas.microsoft.com/office/drawing/2014/main" id="{2F306997-3B2B-2B65-053F-A3D89D2F2DA0}"/>
              </a:ext>
            </a:extLst>
          </p:cNvPr>
          <p:cNvSpPr/>
          <p:nvPr userDrawn="1"/>
        </p:nvSpPr>
        <p:spPr>
          <a:xfrm>
            <a:off x="-67" y="0"/>
            <a:ext cx="12192000" cy="6327976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3AD558F-750C-7F7A-EF36-7477B28E664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5636" b="4250"/>
          <a:stretch/>
        </p:blipFill>
        <p:spPr>
          <a:xfrm flipH="1">
            <a:off x="937527" y="1260005"/>
            <a:ext cx="5091797" cy="4486363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1D13BBF-8BF9-58E8-2D48-8C25E8436E1D}"/>
              </a:ext>
            </a:extLst>
          </p:cNvPr>
          <p:cNvSpPr/>
          <p:nvPr userDrawn="1"/>
        </p:nvSpPr>
        <p:spPr>
          <a:xfrm>
            <a:off x="0" y="0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12" name="Google Shape;37;p60">
            <a:extLst>
              <a:ext uri="{FF2B5EF4-FFF2-40B4-BE49-F238E27FC236}">
                <a16:creationId xmlns:a16="http://schemas.microsoft.com/office/drawing/2014/main" id="{E6481E89-02DE-7518-CF7A-DC982067B7A2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6279060" y="2107188"/>
            <a:ext cx="545574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18365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415600" y="4289085"/>
            <a:ext cx="11428400" cy="125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Raleway" pitchFamily="2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 dirty="0"/>
          </a:p>
        </p:txBody>
      </p:sp>
      <p:sp>
        <p:nvSpPr>
          <p:cNvPr id="2" name="Google Shape;8;p1">
            <a:extLst>
              <a:ext uri="{FF2B5EF4-FFF2-40B4-BE49-F238E27FC236}">
                <a16:creationId xmlns:a16="http://schemas.microsoft.com/office/drawing/2014/main" id="{9DF37ADA-1D1E-F64E-723D-3F6E9A12009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3136200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body" idx="1"/>
          </p:nvPr>
        </p:nvSpPr>
        <p:spPr>
          <a:xfrm>
            <a:off x="1081404" y="5270123"/>
            <a:ext cx="7998400" cy="7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609585" lvl="0" indent="-30479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3200">
                <a:latin typeface="Raleway" pitchFamily="2" charset="0"/>
                <a:ea typeface="Raleway" pitchFamily="2" charset="0"/>
                <a:cs typeface="Raleway" pitchFamily="2" charset="0"/>
                <a:sym typeface="PT Sans Narrow"/>
              </a:defRPr>
            </a:lvl1pPr>
          </a:lstStyle>
          <a:p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9176E-C771-72C8-F8E5-906AAEAB59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991876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80137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B9630DA-C8F6-4DCB-07B4-8474A714CA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2049463"/>
            <a:ext cx="6172200" cy="381158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IN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23ABE9-772D-629A-0846-B8D8655E48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Google Shape;45;p7">
            <a:extLst>
              <a:ext uri="{FF2B5EF4-FFF2-40B4-BE49-F238E27FC236}">
                <a16:creationId xmlns:a16="http://schemas.microsoft.com/office/drawing/2014/main" id="{2DDA5E8B-7438-C891-2771-F57700CCD3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3" name="Slide Number Placeholder 5">
            <a:extLst>
              <a:ext uri="{FF2B5EF4-FFF2-40B4-BE49-F238E27FC236}">
                <a16:creationId xmlns:a16="http://schemas.microsoft.com/office/drawing/2014/main" id="{BE10E01B-527E-6CF6-D575-6D430AD282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13826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Title and Conten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body" idx="1"/>
          </p:nvPr>
        </p:nvSpPr>
        <p:spPr>
          <a:xfrm>
            <a:off x="838200" y="2023409"/>
            <a:ext cx="10515600" cy="395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23323" algn="l" rtl="0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828754" lvl="2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2438339" lvl="3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3047924" lvl="4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3657509" lvl="5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 dirty="0"/>
          </a:p>
        </p:txBody>
      </p:sp>
      <p:sp>
        <p:nvSpPr>
          <p:cNvPr id="4" name="Google Shape;45;p7">
            <a:extLst>
              <a:ext uri="{FF2B5EF4-FFF2-40B4-BE49-F238E27FC236}">
                <a16:creationId xmlns:a16="http://schemas.microsoft.com/office/drawing/2014/main" id="{EB44CB0A-F4B1-A402-3759-2C3528AB8E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76617F3-2402-6614-1A74-28C7B4C5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584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E896A-68C9-7523-8C07-666BD0EFBA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5600" y="2602499"/>
            <a:ext cx="11360800" cy="3153216"/>
          </a:xfrm>
          <a:prstGeom prst="rect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latin typeface="Raleway" pitchFamily="2" charset="0"/>
              </a:defRPr>
            </a:lvl2pPr>
            <a:lvl3pPr>
              <a:defRPr>
                <a:latin typeface="Raleway" pitchFamily="2" charset="0"/>
              </a:defRPr>
            </a:lvl3pPr>
            <a:lvl4pPr>
              <a:defRPr>
                <a:latin typeface="Raleway" pitchFamily="2" charset="0"/>
              </a:defRPr>
            </a:lvl4pPr>
            <a:lvl5pPr>
              <a:defRPr>
                <a:latin typeface="Raleway" pitchFamily="2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2B1567C0-4287-5016-773D-60FC694478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54CBDA10-C463-8A5E-0969-8CFE1D30C6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648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 userDrawn="1">
  <p:cSld name="Title and two columns 1"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3"/>
          <p:cNvSpPr txBox="1">
            <a:spLocks noGrp="1"/>
          </p:cNvSpPr>
          <p:nvPr>
            <p:ph type="subTitle" idx="1"/>
          </p:nvPr>
        </p:nvSpPr>
        <p:spPr>
          <a:xfrm>
            <a:off x="18027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78" name="Google Shape;78;p13"/>
          <p:cNvSpPr txBox="1">
            <a:spLocks noGrp="1"/>
          </p:cNvSpPr>
          <p:nvPr>
            <p:ph type="subTitle" idx="2"/>
          </p:nvPr>
        </p:nvSpPr>
        <p:spPr>
          <a:xfrm>
            <a:off x="18027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 dirty="0"/>
          </a:p>
        </p:txBody>
      </p:sp>
      <p:sp>
        <p:nvSpPr>
          <p:cNvPr id="79" name="Google Shape;79;p13"/>
          <p:cNvSpPr txBox="1">
            <a:spLocks noGrp="1"/>
          </p:cNvSpPr>
          <p:nvPr>
            <p:ph type="subTitle" idx="3"/>
          </p:nvPr>
        </p:nvSpPr>
        <p:spPr>
          <a:xfrm>
            <a:off x="6743027" y="3860800"/>
            <a:ext cx="3646280" cy="495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b="1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b="1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b="1"/>
            </a:lvl9pPr>
          </a:lstStyle>
          <a:p>
            <a:endParaRPr dirty="0"/>
          </a:p>
        </p:txBody>
      </p:sp>
      <p:sp>
        <p:nvSpPr>
          <p:cNvPr id="80" name="Google Shape;80;p13"/>
          <p:cNvSpPr txBox="1">
            <a:spLocks noGrp="1"/>
          </p:cNvSpPr>
          <p:nvPr>
            <p:ph type="subTitle" idx="4"/>
          </p:nvPr>
        </p:nvSpPr>
        <p:spPr>
          <a:xfrm>
            <a:off x="6743027" y="4362700"/>
            <a:ext cx="3646280" cy="127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67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2pPr>
            <a:lvl3pPr lvl="2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3pPr>
            <a:lvl4pPr lvl="3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4pPr>
            <a:lvl5pPr lvl="4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5pPr>
            <a:lvl6pPr lvl="5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6pPr>
            <a:lvl7pPr lvl="6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7pPr>
            <a:lvl8pPr lvl="7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  <a:defRPr sz="1867"/>
            </a:lvl8pPr>
            <a:lvl9pPr lvl="8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None/>
              <a:defRPr sz="1867"/>
            </a:lvl9pPr>
          </a:lstStyle>
          <a:p>
            <a:endParaRPr/>
          </a:p>
        </p:txBody>
      </p:sp>
      <p:sp>
        <p:nvSpPr>
          <p:cNvPr id="3" name="Google Shape;45;p7">
            <a:extLst>
              <a:ext uri="{FF2B5EF4-FFF2-40B4-BE49-F238E27FC236}">
                <a16:creationId xmlns:a16="http://schemas.microsoft.com/office/drawing/2014/main" id="{D0B48D13-027A-4AFE-4CD9-AAE135E2BAB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9" y="115200"/>
            <a:ext cx="10550999" cy="100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432BB4C-0FFD-F107-637F-62075DD56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50855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1"/>
          <p:cNvSpPr txBox="1">
            <a:spLocks noGrp="1"/>
          </p:cNvSpPr>
          <p:nvPr>
            <p:ph type="title" hasCustomPrompt="1"/>
          </p:nvPr>
        </p:nvSpPr>
        <p:spPr>
          <a:xfrm>
            <a:off x="415600" y="2236481"/>
            <a:ext cx="11360800" cy="205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7333">
                <a:solidFill>
                  <a:schemeClr val="accent3"/>
                </a:solidFill>
              </a:defRPr>
            </a:lvl9pPr>
          </a:lstStyle>
          <a:p>
            <a:r>
              <a:rPr dirty="0"/>
              <a:t>xx%</a:t>
            </a:r>
          </a:p>
        </p:txBody>
      </p:sp>
      <p:sp>
        <p:nvSpPr>
          <p:cNvPr id="68" name="Google Shape;68;p11"/>
          <p:cNvSpPr txBox="1">
            <a:spLocks noGrp="1"/>
          </p:cNvSpPr>
          <p:nvPr>
            <p:ph type="body" idx="1"/>
          </p:nvPr>
        </p:nvSpPr>
        <p:spPr>
          <a:xfrm>
            <a:off x="415600" y="4490881"/>
            <a:ext cx="11360800" cy="142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57189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8" name="Slide Number Placeholder 5">
            <a:extLst>
              <a:ext uri="{FF2B5EF4-FFF2-40B4-BE49-F238E27FC236}">
                <a16:creationId xmlns:a16="http://schemas.microsoft.com/office/drawing/2014/main" id="{FEF22A34-8630-7179-6BE7-3A5ED218F4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608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45;p7">
            <a:extLst>
              <a:ext uri="{FF2B5EF4-FFF2-40B4-BE49-F238E27FC236}">
                <a16:creationId xmlns:a16="http://schemas.microsoft.com/office/drawing/2014/main" id="{564256A3-4B60-B37C-3C15-AB3FE9B6DA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11" name="Slide Number Placeholder 5">
            <a:extLst>
              <a:ext uri="{FF2B5EF4-FFF2-40B4-BE49-F238E27FC236}">
                <a16:creationId xmlns:a16="http://schemas.microsoft.com/office/drawing/2014/main" id="{4B24C27D-E9CF-52B2-895E-3ABEC7ADC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06234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83060A7-945A-2E96-761C-7E7F8D3C4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113760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60"/>
          <p:cNvSpPr txBox="1">
            <a:spLocks noGrp="1"/>
          </p:cNvSpPr>
          <p:nvPr>
            <p:ph type="subTitle" idx="1"/>
          </p:nvPr>
        </p:nvSpPr>
        <p:spPr>
          <a:xfrm>
            <a:off x="2840535" y="4195828"/>
            <a:ext cx="64940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>
                <a:latin typeface="Raleway"/>
                <a:ea typeface="Raleway"/>
                <a:cs typeface="Raleway"/>
                <a:sym typeface="Raleway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38" name="Google Shape;38;p60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None/>
              <a:defRPr sz="1333" b="0" i="0" u="none" strike="noStrike" cap="none">
                <a:solidFill>
                  <a:schemeClr val="lt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044684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60264-9161-EFBA-B8DA-5E7DB3E500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210E13-56B8-FBB4-4CF8-8F1B605CFA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A7C60-38A8-D010-2310-3BBF0B2AD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E49C2-B1CC-EA7C-B2CB-C364ECF8B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B8A93-8106-78A8-DB5E-842706EE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882906592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67C6-02D0-F9E2-6192-4C857884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C556C-A07C-3F5E-D499-9BDEDAC53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4E23F-5D26-1928-933F-65BF7B428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CF35A-3E72-E3D4-2624-9E27F9B0A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0AFDC-F3E6-A937-4531-11354531E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16656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DBD84-B7E9-CB69-D527-A7B6A19B9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54B59-EACF-9048-B009-044AD388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608CB-1D7D-17DA-B7B9-BC2B008AE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0C0DB-9EE7-DB64-A2EA-0F7A34437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DFE0B-E343-F46B-96DF-507A188B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822782546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3E206-772A-0A31-6B81-FE97A106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D7F1B-8015-956E-A5F4-24217F4711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8FB50C-B075-4E7B-B8FD-D1ECB7A88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D6DB42-E572-B388-EAA0-0D6921B1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F97A3-6100-7CC7-3A7C-ECE761D4B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53613-DC82-30EB-1269-9854A519E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7193854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75159-5C07-C385-5925-63B16229B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07115-072D-6C52-03D6-8E8B88F95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1A4605-997D-D580-D51B-F38885687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922711-1FB9-5435-9909-AA7CD40BC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4EF0D-5FBC-147B-BE99-A2F9B42357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FD2DC3-57B9-6882-287F-45EA21E4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78514-B695-7923-27D0-B40DD54F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576515-0B02-A023-0BAF-D378E717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920565401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05AA-A56F-E865-CB33-D289B9E7D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CF166D-E2AE-3829-E33D-6FC305D6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65B92-7913-3366-FA51-3F76D7787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29814-011D-9882-3FDA-9C1A42128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4392284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C10F44-29B3-2893-AE87-7AB5E576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F2299-F772-E4BC-51A3-735429C75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857C6-17E7-7313-1683-DB08DB2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171008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F639C-2609-32EF-FC52-59B6905F5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F44AB-B4DC-003A-790C-6C1EB442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73109-EEA6-606B-57D9-9BA29C838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762A7-5345-1611-B6C1-480701F55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87A26-DACE-E36D-800D-2FFDD8645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976AB-F658-B79B-7BA7-F31FCE06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531465725"/>
      </p:ext>
    </p:extLst>
  </p:cSld>
  <p:clrMapOvr>
    <a:masterClrMapping/>
  </p:clrMapOvr>
  <p:hf sldNum="0" hdr="0" ftr="0" dt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5CC7C-8600-9666-168A-EDFB2CA60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C5F0AB-A450-5914-4ECF-AC3D7C12B0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CFE23-CBAF-2E34-02EA-6686E456E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F7329B-73E6-D2D2-E190-57A83CF70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D86377-AE8F-83F0-C76A-E44665787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131016-8BE5-22DA-9845-F29F610F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561528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9C36-0BDA-D7F6-21F4-5AED9D8EB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E65B1-1BB1-F988-086F-A82E684E8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D3DDB-3A7F-5AC5-70B4-48D24B1D7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30D9C-3329-5E83-4734-41A87B416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5E7C7-57BB-82D3-F425-A35082CC3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2570402749"/>
      </p:ext>
    </p:extLst>
  </p:cSld>
  <p:clrMapOvr>
    <a:masterClrMapping/>
  </p:clrMapOvr>
  <p:hf sldNum="0" hdr="0" ftr="0" dt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0D222B-D4B7-CE58-692F-CB0F990318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07E6C9-3E3B-648F-64FA-754D07A1A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3CC60-BF5E-BE72-8702-4B3FBA601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469D2-AB39-43FA-5C81-0345D1174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ED513-1F23-5935-C074-B1F8473E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468027730"/>
      </p:ext>
    </p:extLst>
  </p:cSld>
  <p:clrMapOvr>
    <a:masterClrMapping/>
  </p:clrMapOvr>
  <p:hf sldNum="0" hdr="0" ftr="0" dt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413438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60264-9161-EFBA-B8DA-5E7DB3E500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9210E13-56B8-FBB4-4CF8-8F1B605CFA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5A7C60-38A8-D010-2310-3BBF0B2AD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DE49C2-B1CC-EA7C-B2CB-C364ECF8B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8B8A93-8106-78A8-DB5E-842706EE7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774141645"/>
      </p:ext>
    </p:extLst>
  </p:cSld>
  <p:clrMapOvr>
    <a:masterClrMapping/>
  </p:clrMapOvr>
  <p:hf sldNum="0" hdr="0" ftr="0" dt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C67C6-02D0-F9E2-6192-4C85788433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C556C-A07C-3F5E-D499-9BDEDAC539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14E23F-5D26-1928-933F-65BF7B428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ACF35A-3E72-E3D4-2624-9E27F9B0A4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0AFDC-F3E6-A937-4531-11354531E2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637423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DBD84-B7E9-CB69-D527-A7B6A19B9A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354B59-EACF-9048-B009-044AD388F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A608CB-1D7D-17DA-B7B9-BC2B008AE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F0C0DB-9EE7-DB64-A2EA-0F7A34437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ADFE0B-E343-F46B-96DF-507A188B27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2449893305"/>
      </p:ext>
    </p:extLst>
  </p:cSld>
  <p:clrMapOvr>
    <a:masterClrMapping/>
  </p:clrMapOvr>
  <p:hf sldNum="0" hdr="0" ftr="0" dt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3E206-772A-0A31-6B81-FE97A106AF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D7F1B-8015-956E-A5F4-24217F4711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8FB50C-B075-4E7B-B8FD-D1ECB7A88ED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D6DB42-E572-B388-EAA0-0D6921B1A2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3F97A3-6100-7CC7-3A7C-ECE761D4B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553613-DC82-30EB-1269-9854A519E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507770041"/>
      </p:ext>
    </p:extLst>
  </p:cSld>
  <p:clrMapOvr>
    <a:masterClrMapping/>
  </p:clrMapOvr>
  <p:hf sldNum="0" hdr="0" ftr="0" dt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175159-5C07-C385-5925-63B16229B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A07115-072D-6C52-03D6-8E8B88F958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1A4605-997D-D580-D51B-F38885687D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922711-1FB9-5435-9909-AA7CD40BC9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EB4EF0D-5FBC-147B-BE99-A2F9B42357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FD2DC3-57B9-6882-287F-45EA21E4E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C678514-B695-7923-27D0-B40DD54FA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576515-0B02-A023-0BAF-D378E717D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2906046308"/>
      </p:ext>
    </p:extLst>
  </p:cSld>
  <p:clrMapOvr>
    <a:masterClrMapping/>
  </p:clrMapOvr>
  <p:hf sldNum="0" hdr="0" ftr="0" dt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F605AA-A56F-E865-CB33-D289B9E7D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CF166D-E2AE-3829-E33D-6FC305D62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B265B92-7913-3366-FA51-3F76D77870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E29814-011D-9882-3FDA-9C1A42128F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7320603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C10F44-29B3-2893-AE87-7AB5E576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D4F2299-F772-E4BC-51A3-735429C751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D857C6-17E7-7313-1683-DB08DB201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8045663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F639C-2609-32EF-FC52-59B6905F57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6F44AB-B4DC-003A-790C-6C1EB442A3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CA73109-EEA6-606B-57D9-9BA29C83848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1762A7-5345-1611-B6C1-480701F559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A087A26-DACE-E36D-800D-2FFDD8645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1976AB-F658-B79B-7BA7-F31FCE06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3032342976"/>
      </p:ext>
    </p:extLst>
  </p:cSld>
  <p:clrMapOvr>
    <a:masterClrMapping/>
  </p:clrMapOvr>
  <p:hf sldNum="0" hdr="0" ftr="0" dt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A5CC7C-8600-9666-168A-EDFB2CA605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7C5F0AB-A450-5914-4ECF-AC3D7C12B0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A4CFE23-CBAF-2E34-02EA-6686E456E3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F7329B-73E6-D2D2-E190-57A83CF70C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D86377-AE8F-83F0-C76A-E44665787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131016-8BE5-22DA-9845-F29F610F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383841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29C36-0BDA-D7F6-21F4-5AED9D8EBA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DFE65B1-1BB1-F988-086F-A82E684E814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0D3DDB-3A7F-5AC5-70B4-48D24B1D7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B30D9C-3329-5E83-4734-41A87B416E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B5E7C7-57BB-82D3-F425-A35082CC38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016504370"/>
      </p:ext>
    </p:extLst>
  </p:cSld>
  <p:clrMapOvr>
    <a:masterClrMapping/>
  </p:clrMapOvr>
  <p:hf sldNum="0" hdr="0" ftr="0" dt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F0D222B-D4B7-CE58-692F-CB0F9903182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07E6C9-3E3B-648F-64FA-754D07A1A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E3CC60-BF5E-BE72-8702-4B3FBA601E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469D2-AB39-43FA-5C81-0345D11746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75ED513-1F23-5935-C074-B1F8473E1A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549305760"/>
      </p:ext>
    </p:extLst>
  </p:cSld>
  <p:clrMapOvr>
    <a:masterClrMapping/>
  </p:clrMapOvr>
  <p:hf sldNum="0" hdr="0" ftr="0" dt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userDrawn="1">
  <p:cSld name="One column 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415600" y="1672836"/>
            <a:ext cx="3744000" cy="423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333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828754" lvl="2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2438339" lvl="3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3047924" lvl="4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3657509" lvl="5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4267093" lvl="6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4876678" lvl="7" indent="-40639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5486263" lvl="8" indent="-40639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600"/>
            </a:lvl9pPr>
          </a:lstStyle>
          <a:p>
            <a:endParaRPr dirty="0"/>
          </a:p>
        </p:txBody>
      </p:sp>
      <p:sp>
        <p:nvSpPr>
          <p:cNvPr id="5" name="Google Shape;45;p7">
            <a:extLst>
              <a:ext uri="{FF2B5EF4-FFF2-40B4-BE49-F238E27FC236}">
                <a16:creationId xmlns:a16="http://schemas.microsoft.com/office/drawing/2014/main" id="{482C3779-B2BB-CEE4-3E2C-334B9C6C7D8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E53AC460-69CA-8F48-E3C8-414742235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5292713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userDrawn="1">
  <p:cSld name="1_Title and Content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>
            <a:spLocks noGrp="1"/>
          </p:cNvSpPr>
          <p:nvPr>
            <p:ph type="body" idx="1"/>
          </p:nvPr>
        </p:nvSpPr>
        <p:spPr>
          <a:xfrm>
            <a:off x="838200" y="2023409"/>
            <a:ext cx="10515600" cy="3955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609585" lvl="0" indent="-423323" algn="l" rtl="0">
              <a:lnSpc>
                <a:spcPct val="90000"/>
              </a:lnSpc>
              <a:spcBef>
                <a:spcPts val="10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1219170" lvl="1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828754" lvl="2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2438339" lvl="3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3047924" lvl="4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3657509" lvl="5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4267093" lvl="6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4876678" lvl="7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5486263" lvl="8" indent="-423323" algn="l" rtl="0">
              <a:lnSpc>
                <a:spcPct val="90000"/>
              </a:lnSpc>
              <a:spcBef>
                <a:spcPts val="533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 dirty="0"/>
          </a:p>
        </p:txBody>
      </p:sp>
      <p:sp>
        <p:nvSpPr>
          <p:cNvPr id="4" name="Google Shape;45;p7">
            <a:extLst>
              <a:ext uri="{FF2B5EF4-FFF2-40B4-BE49-F238E27FC236}">
                <a16:creationId xmlns:a16="http://schemas.microsoft.com/office/drawing/2014/main" id="{EB44CB0A-F4B1-A402-3759-2C3528AB8E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933">
                <a:solidFill>
                  <a:schemeClr val="tx1"/>
                </a:solidFill>
                <a:latin typeface="Raleway" pitchFamily="2" charset="0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876617F3-2402-6614-1A74-28C7B4C54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</p:spPr>
        <p:txBody>
          <a:bodyPr/>
          <a:lstStyle>
            <a:lvl1pPr>
              <a:defRPr>
                <a:latin typeface="Raleway" pitchFamily="2" charset="0"/>
                <a:cs typeface="Calibri" panose="020F0502020204030204" pitchFamily="34" charset="0"/>
              </a:defRPr>
            </a:lvl1pPr>
          </a:lstStyle>
          <a:p>
            <a:fld id="{66B530E6-33B2-49CF-A736-7C25316E71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52853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0" Type="http://schemas.openxmlformats.org/officeDocument/2006/relationships/slideLayout" Target="../slideLayouts/slideLayout34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03200" y="115200"/>
            <a:ext cx="11360800" cy="9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2573FB6-F6A4-C682-F4CD-14CE8176A144}"/>
              </a:ext>
            </a:extLst>
          </p:cNvPr>
          <p:cNvSpPr/>
          <p:nvPr userDrawn="1"/>
        </p:nvSpPr>
        <p:spPr>
          <a:xfrm>
            <a:off x="0" y="6331389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323907" y="6414447"/>
            <a:ext cx="731600" cy="3552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333">
                <a:solidFill>
                  <a:schemeClr val="bg1"/>
                </a:solidFill>
                <a:latin typeface="Raleway" pitchFamily="2" charset="0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333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</p:spTree>
    <p:extLst>
      <p:ext uri="{BB962C8B-B14F-4D97-AF65-F5344CB8AC3E}">
        <p14:creationId xmlns:p14="http://schemas.microsoft.com/office/powerpoint/2010/main" val="109456712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3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5333" b="0" i="0" u="none" strike="noStrike" cap="none">
          <a:solidFill>
            <a:schemeClr val="tx1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Raleway" pitchFamily="2" charset="0"/>
          <a:ea typeface="Raleway" pitchFamily="2" charset="0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100BAF-3548-25A8-7186-D8DD5BDD9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86259-CF34-FC24-4855-42E08AD6F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D99E8-1668-E26F-26A8-2EE78E6E2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8A7A2-FCE3-CBF7-0A15-3772FD56A6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C4312-8620-FD94-6CCB-92E6D80AE5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CB744B7-C261-C694-D646-D5432B19FEC1}"/>
              </a:ext>
            </a:extLst>
          </p:cNvPr>
          <p:cNvSpPr/>
          <p:nvPr userDrawn="1"/>
        </p:nvSpPr>
        <p:spPr>
          <a:xfrm>
            <a:off x="0" y="6331389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588113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100BAF-3548-25A8-7186-D8DD5BDD9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986259-CF34-FC24-4855-42E08AD6F0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ED99E8-1668-E26F-26A8-2EE78E6E2CE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14673B-8DC0-4DE0-8FAB-64771D3DE2A3}" type="datetimeFigureOut">
              <a:rPr lang="en-IN" smtClean="0"/>
              <a:t>11-07-2026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78A7A2-FCE3-CBF7-0A15-3772FD56A6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2C4312-8620-FD94-6CCB-92E6D80AE5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2550D4B-0C8D-DDCD-2972-B72C41A0C1BC}"/>
              </a:ext>
            </a:extLst>
          </p:cNvPr>
          <p:cNvSpPr/>
          <p:nvPr userDrawn="1"/>
        </p:nvSpPr>
        <p:spPr>
          <a:xfrm>
            <a:off x="0" y="6331389"/>
            <a:ext cx="12195029" cy="524801"/>
          </a:xfrm>
          <a:prstGeom prst="rect">
            <a:avLst/>
          </a:prstGeom>
          <a:solidFill>
            <a:srgbClr val="348E9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439530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3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7" Type="http://schemas.openxmlformats.org/officeDocument/2006/relationships/image" Target="../media/image45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6.xml"/><Relationship Id="rId6" Type="http://schemas.openxmlformats.org/officeDocument/2006/relationships/customXml" Target="../ink/ink3.xml"/><Relationship Id="rId5" Type="http://schemas.openxmlformats.org/officeDocument/2006/relationships/image" Target="../media/image310.png"/><Relationship Id="rId4" Type="http://schemas.openxmlformats.org/officeDocument/2006/relationships/customXml" Target="../ink/ink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diagramLayout" Target="../diagrams/layout2.xml"/><Relationship Id="rId7" Type="http://schemas.openxmlformats.org/officeDocument/2006/relationships/image" Target="../media/image12.png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6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20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4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1.png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6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4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66CF642-B155-3EAA-0E23-97793C0E3936}"/>
              </a:ext>
            </a:extLst>
          </p:cNvPr>
          <p:cNvSpPr txBox="1"/>
          <p:nvPr/>
        </p:nvSpPr>
        <p:spPr>
          <a:xfrm>
            <a:off x="6300218" y="1347837"/>
            <a:ext cx="5884333" cy="508921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 defTabSz="1219170">
              <a:buClr>
                <a:srgbClr val="000000"/>
              </a:buClr>
            </a:pPr>
            <a:r>
              <a:rPr lang="en-IN" sz="2667" b="1" u="sng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  <a:sym typeface="Arial"/>
              </a:rPr>
              <a:t>Project Title</a:t>
            </a:r>
          </a:p>
          <a:p>
            <a:pPr algn="ctr" defTabSz="1219170">
              <a:buClr>
                <a:srgbClr val="000000"/>
              </a:buClr>
            </a:pPr>
            <a:r>
              <a:rPr lang="en-IN" sz="265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</a:rPr>
              <a:t>Banking Analytics Solution for Czechoslovakia Bank</a:t>
            </a: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r>
              <a:rPr lang="en-IN" sz="265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  <a:sym typeface="Arial"/>
              </a:rPr>
              <a:t>Name: Aakash kumar</a:t>
            </a:r>
            <a:endParaRPr lang="en-IN" sz="2650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2667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r>
              <a:rPr lang="en-IN" sz="2650" b="1" kern="0" dirty="0">
                <a:solidFill>
                  <a:prstClr val="black">
                    <a:lumMod val="85000"/>
                    <a:lumOff val="15000"/>
                  </a:prstClr>
                </a:solidFill>
                <a:latin typeface="Arial"/>
                <a:cs typeface="Arial"/>
                <a:sym typeface="Arial"/>
              </a:rPr>
              <a:t>Date: 20-06-26</a:t>
            </a:r>
            <a:endParaRPr lang="en-IN" sz="2650" b="1" kern="0" dirty="0">
              <a:solidFill>
                <a:prstClr val="black">
                  <a:lumMod val="85000"/>
                  <a:lumOff val="15000"/>
                </a:prstClr>
              </a:solidFill>
              <a:latin typeface="Arial"/>
              <a:cs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  <a:p>
            <a:pPr algn="ctr" defTabSz="1219170">
              <a:buClr>
                <a:srgbClr val="000000"/>
              </a:buClr>
            </a:pPr>
            <a:endParaRPr lang="en-IN" sz="1867" kern="0" dirty="0">
              <a:solidFill>
                <a:prstClr val="black">
                  <a:lumMod val="65000"/>
                  <a:lumOff val="35000"/>
                </a:prstClr>
              </a:solidFill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0713453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E08BD93-7F15-AB5A-4AF0-A96BBB908092}"/>
              </a:ext>
            </a:extLst>
          </p:cNvPr>
          <p:cNvSpPr txBox="1"/>
          <p:nvPr/>
        </p:nvSpPr>
        <p:spPr>
          <a:xfrm>
            <a:off x="440366" y="3589725"/>
            <a:ext cx="11304106" cy="1692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cs typeface="Arial"/>
              </a:rPr>
              <a:t>Business problems:</a:t>
            </a:r>
          </a:p>
          <a:p>
            <a:pPr marL="342900" indent="-342900">
              <a:buFont typeface="Wingdings"/>
              <a:buChar char="§"/>
            </a:pPr>
            <a:r>
              <a:rPr lang="en-IN" sz="2000" dirty="0"/>
              <a:t>The bank has accumulated five years of customer, account, transaction, loan, card and regional demographic data. However, management lacks a centralized analytical framework to monitor business performance, customer </a:t>
            </a:r>
            <a:r>
              <a:rPr lang="en-IN" sz="2000" dirty="0" err="1"/>
              <a:t>behavior</a:t>
            </a:r>
            <a:r>
              <a:rPr lang="en-IN" sz="2000" dirty="0"/>
              <a:t>, profitability, loan exposure and regional opportunities.</a:t>
            </a:r>
            <a:endParaRPr lang="en-US" sz="2000" dirty="0">
              <a:cs typeface="Arial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BB52D05-C2C8-6C59-B871-F06D663360DB}"/>
              </a:ext>
            </a:extLst>
          </p:cNvPr>
          <p:cNvSpPr txBox="1"/>
          <p:nvPr/>
        </p:nvSpPr>
        <p:spPr>
          <a:xfrm>
            <a:off x="440366" y="1771282"/>
            <a:ext cx="11751633" cy="169277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Project Scope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1+ Million Records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8 Tables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5 Years of Banking Data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End-to-End Analytics Solution</a:t>
            </a:r>
            <a:endParaRPr lang="en-IN" sz="2000" b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A59382-5EDF-325C-4089-1537EFB556C4}"/>
              </a:ext>
            </a:extLst>
          </p:cNvPr>
          <p:cNvSpPr txBox="1"/>
          <p:nvPr/>
        </p:nvSpPr>
        <p:spPr>
          <a:xfrm>
            <a:off x="440368" y="1183945"/>
            <a:ext cx="11751632" cy="40011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IN" sz="2000" dirty="0"/>
              <a:t>Banking Analytics Solution for Czechoslovakia Bank</a:t>
            </a:r>
            <a:endParaRPr lang="en-US" sz="2000" dirty="0">
              <a:cs typeface="Arial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83C3DD25-A2BB-C33F-3678-3ECBF0024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  <a:prstGeom prst="wedgeRectCallout">
            <a:avLst/>
          </a:prstGeom>
        </p:spPr>
        <p:txBody>
          <a:bodyPr/>
          <a:lstStyle/>
          <a:p>
            <a:r>
              <a:rPr lang="en-US" sz="3200" dirty="0">
                <a:cs typeface="Arial"/>
              </a:rPr>
              <a:t>Project Overview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679871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ED997A9A-3D40-2C65-D99C-2F1598561267}"/>
              </a:ext>
            </a:extLst>
          </p:cNvPr>
          <p:cNvGrpSpPr/>
          <p:nvPr/>
        </p:nvGrpSpPr>
        <p:grpSpPr>
          <a:xfrm>
            <a:off x="403197" y="1460122"/>
            <a:ext cx="11052915" cy="3487344"/>
            <a:chOff x="403197" y="1460122"/>
            <a:chExt cx="11052915" cy="3487344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941E3B18-0F64-7FA2-2F48-06D18AB87DB0}"/>
                </a:ext>
              </a:extLst>
            </p:cNvPr>
            <p:cNvSpPr/>
            <p:nvPr/>
          </p:nvSpPr>
          <p:spPr>
            <a:xfrm>
              <a:off x="548416" y="146012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Customer Visibility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kern="1200" dirty="0"/>
                <a:t>Limited visibility into customer demographics and </a:t>
              </a:r>
              <a:r>
                <a:rPr lang="en-IN" sz="1400" kern="1200" dirty="0" err="1"/>
                <a:t>behavior</a:t>
              </a:r>
              <a:r>
                <a:rPr lang="en-IN" sz="1400" kern="1200" dirty="0"/>
                <a:t>.</a:t>
              </a: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56425C92-93A8-A3C3-AC8E-F0AE1542653D}"/>
                </a:ext>
              </a:extLst>
            </p:cNvPr>
            <p:cNvSpPr/>
            <p:nvPr/>
          </p:nvSpPr>
          <p:spPr>
            <a:xfrm>
              <a:off x="4274193" y="146012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IN" sz="1800" b="1" kern="1200" dirty="0"/>
                <a:t>Profitability Measurement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kern="1200" dirty="0"/>
                <a:t>Difficulty measuring profitability.</a:t>
              </a: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43D9E443-71B3-FECB-6026-91297591D382}"/>
                </a:ext>
              </a:extLst>
            </p:cNvPr>
            <p:cNvSpPr/>
            <p:nvPr/>
          </p:nvSpPr>
          <p:spPr>
            <a:xfrm>
              <a:off x="7999970" y="146012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Transaction Insights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US" sz="1400" kern="1200" dirty="0"/>
                <a:t>L</a:t>
              </a:r>
              <a:r>
                <a:rPr lang="en-IN" sz="1400" kern="1200" dirty="0"/>
                <a:t>ack of transaction pattern analysis</a:t>
              </a:r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7E3A9364-9BED-D097-F0EF-5965F365647C}"/>
                </a:ext>
              </a:extLst>
            </p:cNvPr>
            <p:cNvSpPr/>
            <p:nvPr/>
          </p:nvSpPr>
          <p:spPr>
            <a:xfrm>
              <a:off x="548416" y="266377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Loan Portfolio Risk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kern="1200" dirty="0"/>
                <a:t>Limited loan risk monitoring</a:t>
              </a:r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BCF7340-FA85-7BE7-6E17-67F143049529}"/>
                </a:ext>
              </a:extLst>
            </p:cNvPr>
            <p:cNvSpPr/>
            <p:nvPr/>
          </p:nvSpPr>
          <p:spPr>
            <a:xfrm>
              <a:off x="4274193" y="266377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Cross-Sell/Upsell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kern="1200" dirty="0"/>
                <a:t>Difficulty identifying product opportunities</a:t>
              </a:r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55DB506-8F50-A7A9-1774-FC092449F24B}"/>
                </a:ext>
              </a:extLst>
            </p:cNvPr>
            <p:cNvSpPr/>
            <p:nvPr/>
          </p:nvSpPr>
          <p:spPr>
            <a:xfrm>
              <a:off x="7999970" y="266377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Regional Opportunities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kern="1200" dirty="0"/>
                <a:t>Limited district-level insights</a:t>
              </a:r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B31554F8-4553-A78A-3928-50EC7D06445B}"/>
                </a:ext>
              </a:extLst>
            </p:cNvPr>
            <p:cNvSpPr/>
            <p:nvPr/>
          </p:nvSpPr>
          <p:spPr>
            <a:xfrm>
              <a:off x="4274193" y="3867422"/>
              <a:ext cx="3456142" cy="1080044"/>
            </a:xfrm>
            <a:custGeom>
              <a:avLst/>
              <a:gdLst>
                <a:gd name="csX0" fmla="*/ 0 w 3456142"/>
                <a:gd name="csY0" fmla="*/ 0 h 1080044"/>
                <a:gd name="csX1" fmla="*/ 3456142 w 3456142"/>
                <a:gd name="csY1" fmla="*/ 0 h 1080044"/>
                <a:gd name="csX2" fmla="*/ 3456142 w 3456142"/>
                <a:gd name="csY2" fmla="*/ 1080044 h 1080044"/>
                <a:gd name="csX3" fmla="*/ 0 w 3456142"/>
                <a:gd name="csY3" fmla="*/ 1080044 h 1080044"/>
                <a:gd name="csX4" fmla="*/ 0 w 3456142"/>
                <a:gd name="csY4" fmla="*/ 0 h 108004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3456142" h="1080044">
                  <a:moveTo>
                    <a:pt x="0" y="0"/>
                  </a:moveTo>
                  <a:lnTo>
                    <a:pt x="3456142" y="0"/>
                  </a:lnTo>
                  <a:lnTo>
                    <a:pt x="3456142" y="1080044"/>
                  </a:lnTo>
                  <a:lnTo>
                    <a:pt x="0" y="1080044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1">
              <a:schemeClr val="accent1">
                <a:hueOff val="0"/>
                <a:satOff val="0"/>
                <a:lumOff val="0"/>
                <a:alphaOff val="0"/>
              </a:schemeClr>
            </a:lnRef>
            <a:fillRef idx="1">
              <a:schemeClr val="lt1">
                <a:alpha val="40000"/>
                <a:hueOff val="0"/>
                <a:satOff val="0"/>
                <a:lumOff val="0"/>
                <a:alphaOff val="0"/>
              </a:schemeClr>
            </a:fillRef>
            <a:effectRef idx="0">
              <a:schemeClr val="lt1">
                <a:alpha val="4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731550" tIns="68580" rIns="68580" bIns="68580" numCol="1" spcCol="1270" anchor="t" anchorCtr="0">
              <a:noAutofit/>
            </a:bodyPr>
            <a:lstStyle/>
            <a:p>
              <a:pPr marL="0" lvl="0" indent="0" algn="l" defTabSz="8001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1800" b="1" kern="1200" dirty="0"/>
                <a:t>Customer Retention</a:t>
              </a:r>
              <a:endParaRPr lang="en-IN" sz="1800" kern="1200" dirty="0"/>
            </a:p>
            <a:p>
              <a:pPr marL="114300" lvl="1" indent="-114300" algn="l" defTabSz="622300">
                <a:lnSpc>
                  <a:spcPct val="90000"/>
                </a:lnSpc>
                <a:spcBef>
                  <a:spcPct val="0"/>
                </a:spcBef>
                <a:spcAft>
                  <a:spcPct val="15000"/>
                </a:spcAft>
                <a:buChar char="•"/>
              </a:pPr>
              <a:r>
                <a:rPr lang="en-IN" sz="1400" kern="1200" dirty="0"/>
                <a:t>Need for churn reduction strategies.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FDF66C48-C6F0-9572-CBFA-858E7DBC15D3}"/>
                </a:ext>
              </a:extLst>
            </p:cNvPr>
            <p:cNvSpPr/>
            <p:nvPr/>
          </p:nvSpPr>
          <p:spPr>
            <a:xfrm>
              <a:off x="403197" y="1509231"/>
              <a:ext cx="756031" cy="736518"/>
            </a:xfrm>
            <a:prstGeom prst="ellipse">
              <a:avLst/>
            </a:prstGeom>
            <a:blipFill>
              <a:blip r:embed="rId2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B32B10DB-0985-A86D-F7BE-D98898CA026B}"/>
                </a:ext>
              </a:extLst>
            </p:cNvPr>
            <p:cNvSpPr/>
            <p:nvPr/>
          </p:nvSpPr>
          <p:spPr>
            <a:xfrm>
              <a:off x="4130187" y="1497630"/>
              <a:ext cx="756031" cy="747019"/>
            </a:xfrm>
            <a:prstGeom prst="ellipse">
              <a:avLst/>
            </a:prstGeom>
            <a:blipFill>
              <a:blip r:embed="rId3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DAA0848-E77A-2883-7861-2CECEE77972C}"/>
                </a:ext>
              </a:extLst>
            </p:cNvPr>
            <p:cNvSpPr/>
            <p:nvPr/>
          </p:nvSpPr>
          <p:spPr>
            <a:xfrm>
              <a:off x="7855964" y="1497630"/>
              <a:ext cx="756031" cy="747019"/>
            </a:xfrm>
            <a:prstGeom prst="ellipse">
              <a:avLst/>
            </a:prstGeom>
            <a:blipFill>
              <a:blip r:embed="rId4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FA0C8A1C-3A30-58D3-8D4D-F824E3F11BA5}"/>
                </a:ext>
              </a:extLst>
            </p:cNvPr>
            <p:cNvSpPr/>
            <p:nvPr/>
          </p:nvSpPr>
          <p:spPr>
            <a:xfrm>
              <a:off x="404410" y="2701279"/>
              <a:ext cx="756031" cy="747019"/>
            </a:xfrm>
            <a:prstGeom prst="ellipse">
              <a:avLst/>
            </a:prstGeom>
            <a:blipFill>
              <a:blip r:embed="rId5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4" name="Oval 23">
              <a:extLst>
                <a:ext uri="{FF2B5EF4-FFF2-40B4-BE49-F238E27FC236}">
                  <a16:creationId xmlns:a16="http://schemas.microsoft.com/office/drawing/2014/main" id="{148C0DDC-CD24-E6B7-8371-4C8E4B852C31}"/>
                </a:ext>
              </a:extLst>
            </p:cNvPr>
            <p:cNvSpPr/>
            <p:nvPr/>
          </p:nvSpPr>
          <p:spPr>
            <a:xfrm>
              <a:off x="7855964" y="2701279"/>
              <a:ext cx="756031" cy="747019"/>
            </a:xfrm>
            <a:prstGeom prst="ellipse">
              <a:avLst/>
            </a:prstGeom>
            <a:blipFill>
              <a:blip r:embed="rId6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862C5507-6740-CCD2-D802-680B337E7CDB}"/>
                </a:ext>
              </a:extLst>
            </p:cNvPr>
            <p:cNvSpPr/>
            <p:nvPr/>
          </p:nvSpPr>
          <p:spPr>
            <a:xfrm>
              <a:off x="4130187" y="3904929"/>
              <a:ext cx="756031" cy="747019"/>
            </a:xfrm>
            <a:prstGeom prst="ellipse">
              <a:avLst/>
            </a:prstGeom>
            <a:blipFill>
              <a:blip r:embed="rId7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  <p:sp>
          <p:nvSpPr>
            <p:cNvPr id="22" name="Oval 21">
              <a:extLst>
                <a:ext uri="{FF2B5EF4-FFF2-40B4-BE49-F238E27FC236}">
                  <a16:creationId xmlns:a16="http://schemas.microsoft.com/office/drawing/2014/main" id="{255AECC5-6484-E3D7-B5FC-1E1A85738558}"/>
                </a:ext>
              </a:extLst>
            </p:cNvPr>
            <p:cNvSpPr/>
            <p:nvPr/>
          </p:nvSpPr>
          <p:spPr>
            <a:xfrm>
              <a:off x="4130187" y="2701279"/>
              <a:ext cx="756031" cy="747019"/>
            </a:xfrm>
            <a:prstGeom prst="ellipse">
              <a:avLst/>
            </a:prstGeom>
            <a:blipFill>
              <a:blip r:embed="rId8"/>
              <a:srcRect/>
              <a:stretch>
                <a:fillRect t="-1000" b="-1000"/>
              </a:stretch>
            </a:blipFill>
          </p:spPr>
          <p:style>
            <a:lnRef idx="2">
              <a:schemeClr val="accent1"/>
            </a:lnRef>
            <a:fillRef idx="1">
              <a:schemeClr val="lt1"/>
            </a:fillRef>
            <a:effectRef idx="0">
              <a:schemeClr val="accent1"/>
            </a:effectRef>
            <a:fontRef idx="minor">
              <a:schemeClr val="lt1">
                <a:hueOff val="0"/>
                <a:satOff val="0"/>
                <a:lumOff val="0"/>
                <a:alphaOff val="0"/>
              </a:schemeClr>
            </a:fontRef>
          </p:style>
        </p:sp>
      </p:grpSp>
      <p:sp>
        <p:nvSpPr>
          <p:cNvPr id="11" name="Title 2">
            <a:extLst>
              <a:ext uri="{FF2B5EF4-FFF2-40B4-BE49-F238E27FC236}">
                <a16:creationId xmlns:a16="http://schemas.microsoft.com/office/drawing/2014/main" id="{8E986E61-3D52-E463-3BD0-D007A33FE6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</p:spPr>
        <p:txBody>
          <a:bodyPr/>
          <a:lstStyle/>
          <a:p>
            <a:r>
              <a:rPr lang="en-US" sz="3200" b="1" dirty="0">
                <a:cs typeface="Arial"/>
              </a:rPr>
              <a:t>Business Context</a:t>
            </a:r>
            <a:endParaRPr lang="en-IN" sz="3200" b="1" dirty="0"/>
          </a:p>
        </p:txBody>
      </p:sp>
    </p:spTree>
    <p:extLst>
      <p:ext uri="{BB962C8B-B14F-4D97-AF65-F5344CB8AC3E}">
        <p14:creationId xmlns:p14="http://schemas.microsoft.com/office/powerpoint/2010/main" val="18759899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63C08D0A-439A-EA61-B1E5-5F3A140D5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</p:spPr>
        <p:txBody>
          <a:bodyPr/>
          <a:lstStyle/>
          <a:p>
            <a:r>
              <a:rPr lang="en-US" sz="3200" dirty="0">
                <a:cs typeface="Arial"/>
              </a:rPr>
              <a:t>Business Objectives</a:t>
            </a:r>
            <a:endParaRPr lang="en-IN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9ED7E6D4-EEAE-07C0-AF06-ED71AB85A7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0136806"/>
              </p:ext>
            </p:extLst>
          </p:nvPr>
        </p:nvGraphicFramePr>
        <p:xfrm>
          <a:off x="532121" y="1193312"/>
          <a:ext cx="10675200" cy="478341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37600">
                  <a:extLst>
                    <a:ext uri="{9D8B030D-6E8A-4147-A177-3AD203B41FA5}">
                      <a16:colId xmlns:a16="http://schemas.microsoft.com/office/drawing/2014/main" val="3148453499"/>
                    </a:ext>
                  </a:extLst>
                </a:gridCol>
                <a:gridCol w="5337600">
                  <a:extLst>
                    <a:ext uri="{9D8B030D-6E8A-4147-A177-3AD203B41FA5}">
                      <a16:colId xmlns:a16="http://schemas.microsoft.com/office/drawing/2014/main" val="4078941026"/>
                    </a:ext>
                  </a:extLst>
                </a:gridCol>
              </a:tblGrid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Objective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Purpose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171936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Customer Analytics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Demographics &amp; Segmentation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537771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Financial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Revenue &amp; Profitability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15765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Product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Product Adoption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963229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Loan Portfolio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Risk &amp; Growth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309068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Operational Efficiency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Cost Optimization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8186449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Regional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District Performance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51756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Customer Experience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Churn &amp; Engagement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4730312"/>
                  </a:ext>
                </a:extLst>
              </a:tr>
              <a:tr h="53149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Strategic Growth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Expansion Opportunities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21644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98006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22639B2B-700F-ED64-D8D4-71A35057EA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00259689"/>
              </p:ext>
            </p:extLst>
          </p:nvPr>
        </p:nvGraphicFramePr>
        <p:xfrm>
          <a:off x="532121" y="1193312"/>
          <a:ext cx="10546276" cy="4730411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273138">
                  <a:extLst>
                    <a:ext uri="{9D8B030D-6E8A-4147-A177-3AD203B41FA5}">
                      <a16:colId xmlns:a16="http://schemas.microsoft.com/office/drawing/2014/main" val="3148453499"/>
                    </a:ext>
                  </a:extLst>
                </a:gridCol>
                <a:gridCol w="5273138">
                  <a:extLst>
                    <a:ext uri="{9D8B030D-6E8A-4147-A177-3AD203B41FA5}">
                      <a16:colId xmlns:a16="http://schemas.microsoft.com/office/drawing/2014/main" val="4078941026"/>
                    </a:ext>
                  </a:extLst>
                </a:gridCol>
              </a:tblGrid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Tool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Usage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171936"/>
                  </a:ext>
                </a:extLst>
              </a:tr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0" dirty="0">
                          <a:latin typeface="+mj-lt"/>
                        </a:rPr>
                        <a:t>SQL Server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validation, Quality checks</a:t>
                      </a:r>
                      <a:endParaRPr lang="en-IN" sz="2000" dirty="0"/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537771"/>
                  </a:ext>
                </a:extLst>
              </a:tr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>
                          <a:solidFill>
                            <a:schemeClr val="tx1"/>
                          </a:solidFill>
                          <a:latin typeface="+mj-lt"/>
                          <a:ea typeface="Calibri" pitchFamily="34" charset="-122"/>
                          <a:cs typeface="Calibri" pitchFamily="34" charset="-120"/>
                        </a:rPr>
                        <a:t>Python</a:t>
                      </a:r>
                      <a:endParaRPr lang="en-IN" sz="2000" b="0" dirty="0">
                        <a:solidFill>
                          <a:schemeClr val="tx1"/>
                        </a:solidFill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Pandas, NumPy, Matplotlib, Seaborn, Plotly</a:t>
                      </a:r>
                      <a:endParaRPr lang="en-IN" sz="2000" dirty="0"/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15765"/>
                  </a:ext>
                </a:extLst>
              </a:tr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b="0" dirty="0">
                          <a:latin typeface="+mj-lt"/>
                        </a:rPr>
                        <a:t>Power BI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Modelling, DAX, dashboards</a:t>
                      </a:r>
                      <a:endParaRPr lang="en-IN" sz="2000" dirty="0"/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963229"/>
                  </a:ext>
                </a:extLst>
              </a:tr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b="0" dirty="0">
                          <a:solidFill>
                            <a:srgbClr val="0F172A"/>
                          </a:solidFill>
                          <a:latin typeface="+mj-lt"/>
                          <a:ea typeface="Calibri" pitchFamily="34" charset="-122"/>
                          <a:cs typeface="Calibri" pitchFamily="34" charset="-120"/>
                        </a:rPr>
                        <a:t>Power BI Service </a:t>
                      </a:r>
                      <a:endParaRPr lang="en-IN" sz="2000" b="0" dirty="0">
                        <a:latin typeface="+mj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>
                          <a:solidFill>
                            <a:srgbClr val="0F172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Publishing, refresh, cloud deploy</a:t>
                      </a:r>
                      <a:endParaRPr lang="en-IN" sz="2000" dirty="0"/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251593"/>
                  </a:ext>
                </a:extLst>
              </a:tr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PowerPoint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Executive storytelling &amp; insights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8186449"/>
                  </a:ext>
                </a:extLst>
              </a:tr>
              <a:tr h="67577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 err="1"/>
                        <a:t>Streamlit</a:t>
                      </a:r>
                      <a:endParaRPr lang="en-IN" sz="2000" dirty="0"/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2000" dirty="0"/>
                        <a:t>Used in app deployment</a:t>
                      </a:r>
                      <a:endParaRPr lang="en-IN" sz="2000" dirty="0"/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846078"/>
                  </a:ext>
                </a:extLst>
              </a:tr>
            </a:tbl>
          </a:graphicData>
        </a:graphic>
      </p:graphicFrame>
      <p:sp>
        <p:nvSpPr>
          <p:cNvPr id="10" name="Title 9">
            <a:extLst>
              <a:ext uri="{FF2B5EF4-FFF2-40B4-BE49-F238E27FC236}">
                <a16:creationId xmlns:a16="http://schemas.microsoft.com/office/drawing/2014/main" id="{B8EBC2E3-E173-DF32-3F62-D3BEE766C6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Technology Stack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124440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2B03FA4-2846-2F58-F6A2-CBC2D4CB29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290354"/>
              </p:ext>
            </p:extLst>
          </p:nvPr>
        </p:nvGraphicFramePr>
        <p:xfrm>
          <a:off x="532120" y="1193312"/>
          <a:ext cx="10546278" cy="4937769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273139">
                  <a:extLst>
                    <a:ext uri="{9D8B030D-6E8A-4147-A177-3AD203B41FA5}">
                      <a16:colId xmlns:a16="http://schemas.microsoft.com/office/drawing/2014/main" val="3148453499"/>
                    </a:ext>
                  </a:extLst>
                </a:gridCol>
                <a:gridCol w="5273139">
                  <a:extLst>
                    <a:ext uri="{9D8B030D-6E8A-4147-A177-3AD203B41FA5}">
                      <a16:colId xmlns:a16="http://schemas.microsoft.com/office/drawing/2014/main" val="4078941026"/>
                    </a:ext>
                  </a:extLst>
                </a:gridCol>
              </a:tblGrid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Table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Type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8171936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Account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Dimension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1537771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Client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Dimension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415765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Disposition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Dimension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963229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Dimension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47309068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District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Dimension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8186449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951756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Loan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7601519"/>
                  </a:ext>
                </a:extLst>
              </a:tr>
              <a:tr h="54864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Order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Fact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748429"/>
                  </a:ext>
                </a:extLst>
              </a:tr>
            </a:tbl>
          </a:graphicData>
        </a:graphic>
      </p:graphicFrame>
      <p:sp>
        <p:nvSpPr>
          <p:cNvPr id="7" name="Title 9">
            <a:extLst>
              <a:ext uri="{FF2B5EF4-FFF2-40B4-BE49-F238E27FC236}">
                <a16:creationId xmlns:a16="http://schemas.microsoft.com/office/drawing/2014/main" id="{35847D1D-2F08-0C7F-701F-D3C4F4CD5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</p:spPr>
        <p:txBody>
          <a:bodyPr/>
          <a:lstStyle/>
          <a:p>
            <a:r>
              <a:rPr lang="en-US" dirty="0"/>
              <a:t>Available Data Sources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38266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9">
            <a:extLst>
              <a:ext uri="{FF2B5EF4-FFF2-40B4-BE49-F238E27FC236}">
                <a16:creationId xmlns:a16="http://schemas.microsoft.com/office/drawing/2014/main" id="{56E35199-C083-B3A8-CB05-9275DB1C8D88}"/>
              </a:ext>
            </a:extLst>
          </p:cNvPr>
          <p:cNvSpPr txBox="1">
            <a:spLocks/>
          </p:cNvSpPr>
          <p:nvPr/>
        </p:nvSpPr>
        <p:spPr>
          <a:xfrm>
            <a:off x="403197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Data Dictionary</a:t>
            </a:r>
            <a:endParaRPr lang="en-IN" kern="0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628EEBA-14BD-858A-A927-2A37A4A0F8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46049"/>
              </p:ext>
            </p:extLst>
          </p:nvPr>
        </p:nvGraphicFramePr>
        <p:xfrm>
          <a:off x="517881" y="1311965"/>
          <a:ext cx="11356065" cy="4894875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96254">
                  <a:extLst>
                    <a:ext uri="{9D8B030D-6E8A-4147-A177-3AD203B41FA5}">
                      <a16:colId xmlns:a16="http://schemas.microsoft.com/office/drawing/2014/main" val="314697688"/>
                    </a:ext>
                  </a:extLst>
                </a:gridCol>
                <a:gridCol w="4941191">
                  <a:extLst>
                    <a:ext uri="{9D8B030D-6E8A-4147-A177-3AD203B41FA5}">
                      <a16:colId xmlns:a16="http://schemas.microsoft.com/office/drawing/2014/main" val="919919464"/>
                    </a:ext>
                  </a:extLst>
                </a:gridCol>
                <a:gridCol w="4718620">
                  <a:extLst>
                    <a:ext uri="{9D8B030D-6E8A-4147-A177-3AD203B41FA5}">
                      <a16:colId xmlns:a16="http://schemas.microsoft.com/office/drawing/2014/main" val="270134629"/>
                    </a:ext>
                  </a:extLst>
                </a:gridCol>
              </a:tblGrid>
              <a:tr h="539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Table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Purpose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Primary/Foreign Keys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6901654"/>
                  </a:ext>
                </a:extLst>
              </a:tr>
              <a:tr h="588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Central banking account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account_id</a:t>
                      </a:r>
                      <a:r>
                        <a:rPr lang="en-IN" dirty="0"/>
                        <a:t> (PK), </a:t>
                      </a:r>
                      <a:r>
                        <a:rPr lang="en-IN" dirty="0" err="1"/>
                        <a:t>district_id</a:t>
                      </a:r>
                      <a:r>
                        <a:rPr lang="en-IN" dirty="0"/>
                        <a:t>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69017932"/>
                  </a:ext>
                </a:extLst>
              </a:tr>
              <a:tr h="588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Client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Customer demographic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client_id (PK), district_id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712787"/>
                  </a:ext>
                </a:extLst>
              </a:tr>
              <a:tr h="6151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Disposition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Links customers to accounts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disp_id</a:t>
                      </a:r>
                      <a:r>
                        <a:rPr lang="en-IN" dirty="0"/>
                        <a:t> (PK), </a:t>
                      </a:r>
                      <a:r>
                        <a:rPr lang="en-IN" dirty="0" err="1"/>
                        <a:t>client_id</a:t>
                      </a:r>
                      <a:r>
                        <a:rPr lang="en-IN" dirty="0"/>
                        <a:t> (FK), </a:t>
                      </a:r>
                      <a:r>
                        <a:rPr lang="en-IN" dirty="0" err="1"/>
                        <a:t>account_id</a:t>
                      </a:r>
                      <a:r>
                        <a:rPr lang="en-IN" dirty="0"/>
                        <a:t>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3093213"/>
                  </a:ext>
                </a:extLst>
              </a:tr>
              <a:tr h="350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Card product details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card_id (PK), disp_id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56201404"/>
                  </a:ext>
                </a:extLst>
              </a:tr>
              <a:tr h="588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Customer financial transactions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trans_id (PK), account_id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3009505"/>
                  </a:ext>
                </a:extLst>
              </a:tr>
              <a:tr h="35015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Loan portfolio information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loan_id (PK), account_id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06065151"/>
                  </a:ext>
                </a:extLst>
              </a:tr>
              <a:tr h="588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Order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Standing orders &amp; recurring payments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order_id</a:t>
                      </a:r>
                      <a:r>
                        <a:rPr lang="en-IN" dirty="0"/>
                        <a:t> (PK), </a:t>
                      </a:r>
                      <a:r>
                        <a:rPr lang="en-IN" dirty="0" err="1"/>
                        <a:t>account_id</a:t>
                      </a:r>
                      <a:r>
                        <a:rPr lang="en-IN" dirty="0"/>
                        <a:t> (FK)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71524197"/>
                  </a:ext>
                </a:extLst>
              </a:tr>
              <a:tr h="5885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District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Regional demographic &amp; economic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 err="1"/>
                        <a:t>district_id</a:t>
                      </a:r>
                      <a:r>
                        <a:rPr lang="en-IN" dirty="0"/>
                        <a:t>/A1 (PK)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98591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201121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FAE3677-68D1-DF31-6706-B7D20091ECB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5597" y="1290000"/>
            <a:ext cx="10798203" cy="5310305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Account serves as the central entity, connecting customers, transactions, loans, and orders.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Transaction is the largest fact table, containing over 1 million records spanning multiple years.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Disposition acts as a bridge table, establishing the relationship between customers and accounts.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District table enriches customer and account data with demographic and economic indicators such as population, salary, unemployment, and crime rates.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Loan table enables credit risk and portfolio analysis through loan amount, duration, payment, and status information.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Card table supports product performance analysis by tracking card types and issuance details.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Order table captures recurring financial activities, helping </a:t>
            </a:r>
            <a:r>
              <a:rPr lang="en-IN" sz="2000" dirty="0" err="1"/>
              <a:t>analyze</a:t>
            </a:r>
            <a:r>
              <a:rPr lang="en-IN" sz="2000" dirty="0"/>
              <a:t> customer payment </a:t>
            </a:r>
            <a:r>
              <a:rPr lang="en-IN" sz="2000" dirty="0" err="1"/>
              <a:t>behavior</a:t>
            </a:r>
            <a:r>
              <a:rPr lang="en-IN" sz="2000" dirty="0"/>
              <a:t> and operational efficiency.</a:t>
            </a:r>
          </a:p>
          <a:p>
            <a:pPr>
              <a:lnSpc>
                <a:spcPct val="1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The data model follows a star/snowflake-like analytical structure, making it suitable for SQL analysis, Power BI dashboards, and predictive </a:t>
            </a:r>
            <a:r>
              <a:rPr lang="en-IN" sz="2000" dirty="0" err="1"/>
              <a:t>modeling</a:t>
            </a:r>
            <a:r>
              <a:rPr lang="en-IN" sz="2000" dirty="0"/>
              <a:t>.</a:t>
            </a:r>
          </a:p>
        </p:txBody>
      </p:sp>
      <p:sp>
        <p:nvSpPr>
          <p:cNvPr id="4" name="Title 9">
            <a:extLst>
              <a:ext uri="{FF2B5EF4-FFF2-40B4-BE49-F238E27FC236}">
                <a16:creationId xmlns:a16="http://schemas.microsoft.com/office/drawing/2014/main" id="{602C1D78-AE65-0C99-C7F1-0B023EF59E31}"/>
              </a:ext>
            </a:extLst>
          </p:cNvPr>
          <p:cNvSpPr txBox="1">
            <a:spLocks/>
          </p:cNvSpPr>
          <p:nvPr/>
        </p:nvSpPr>
        <p:spPr>
          <a:xfrm>
            <a:off x="555597" y="15240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Key Observations</a:t>
            </a:r>
            <a:endParaRPr lang="en-IN" kern="0" dirty="0"/>
          </a:p>
        </p:txBody>
      </p:sp>
    </p:spTree>
    <p:extLst>
      <p:ext uri="{BB962C8B-B14F-4D97-AF65-F5344CB8AC3E}">
        <p14:creationId xmlns:p14="http://schemas.microsoft.com/office/powerpoint/2010/main" val="2452718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9">
            <a:extLst>
              <a:ext uri="{FF2B5EF4-FFF2-40B4-BE49-F238E27FC236}">
                <a16:creationId xmlns:a16="http://schemas.microsoft.com/office/drawing/2014/main" id="{300BFB65-998E-14B4-7F24-E398697CB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</p:spPr>
        <p:txBody>
          <a:bodyPr/>
          <a:lstStyle/>
          <a:p>
            <a:r>
              <a:rPr lang="en-US" dirty="0"/>
              <a:t>ER Diagram</a:t>
            </a:r>
            <a:endParaRPr lang="en-IN" dirty="0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6F315A33-0559-F19E-EF79-0671BAAFA01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77114569"/>
              </p:ext>
            </p:extLst>
          </p:nvPr>
        </p:nvGraphicFramePr>
        <p:xfrm>
          <a:off x="551543" y="1307495"/>
          <a:ext cx="11001834" cy="479575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222426">
                  <a:extLst>
                    <a:ext uri="{9D8B030D-6E8A-4147-A177-3AD203B41FA5}">
                      <a16:colId xmlns:a16="http://schemas.microsoft.com/office/drawing/2014/main" val="221438852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3633540447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4254956552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1571344694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1278949483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2691356022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3246107476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436780865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507000572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3007482754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3917412882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3082413536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3564963111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1462358026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228392549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1775066931"/>
                    </a:ext>
                  </a:extLst>
                </a:gridCol>
                <a:gridCol w="611213">
                  <a:extLst>
                    <a:ext uri="{9D8B030D-6E8A-4147-A177-3AD203B41FA5}">
                      <a16:colId xmlns:a16="http://schemas.microsoft.com/office/drawing/2014/main" val="1727825717"/>
                    </a:ext>
                  </a:extLst>
                </a:gridCol>
              </a:tblGrid>
              <a:tr h="532862"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b="1" dirty="0">
                          <a:solidFill>
                            <a:schemeClr val="tx1"/>
                          </a:solidFill>
                        </a:rPr>
                        <a:t>District</a:t>
                      </a:r>
                      <a:endParaRPr lang="en-IN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07215717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5724655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r>
                        <a:rPr lang="en-US" b="1" dirty="0"/>
                        <a:t>Account</a:t>
                      </a:r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7001069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4904834"/>
                  </a:ext>
                </a:extLst>
              </a:tr>
              <a:tr h="532862">
                <a:tc gridSpan="2">
                  <a:txBody>
                    <a:bodyPr/>
                    <a:lstStyle/>
                    <a:p>
                      <a:r>
                        <a:rPr lang="en-US" b="1" dirty="0"/>
                        <a:t>Transaction</a:t>
                      </a:r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b="1" dirty="0"/>
                        <a:t>Loan</a:t>
                      </a:r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US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b="1" dirty="0"/>
                        <a:t>Order</a:t>
                      </a:r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pPr algn="l"/>
                      <a:r>
                        <a:rPr lang="en-US" b="1" dirty="0" err="1"/>
                        <a:t>Disp</a:t>
                      </a:r>
                      <a:endParaRPr lang="en-US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12794750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969961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6498672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b="1" dirty="0"/>
                        <a:t>Client</a:t>
                      </a:r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b="1" dirty="0"/>
                        <a:t>Card</a:t>
                      </a:r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45878864"/>
                  </a:ext>
                </a:extLst>
              </a:tr>
              <a:tr h="532862">
                <a:tc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endParaRPr lang="en-IN" b="1" dirty="0"/>
                    </a:p>
                  </a:txBody>
                  <a:tcP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8380755"/>
                  </a:ext>
                </a:extLst>
              </a:tr>
            </a:tbl>
          </a:graphicData>
        </a:graphic>
      </p:graphicFrame>
      <p:sp>
        <p:nvSpPr>
          <p:cNvPr id="13" name="Rectangle 12">
            <a:extLst>
              <a:ext uri="{FF2B5EF4-FFF2-40B4-BE49-F238E27FC236}">
                <a16:creationId xmlns:a16="http://schemas.microsoft.com/office/drawing/2014/main" id="{B2C59D4A-B60A-F253-55EB-08AA3F4BE741}"/>
              </a:ext>
            </a:extLst>
          </p:cNvPr>
          <p:cNvSpPr/>
          <p:nvPr/>
        </p:nvSpPr>
        <p:spPr>
          <a:xfrm>
            <a:off x="5366659" y="1307495"/>
            <a:ext cx="1277257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B043ADC-3BD8-E0B9-456B-C963121DE98C}"/>
              </a:ext>
            </a:extLst>
          </p:cNvPr>
          <p:cNvSpPr/>
          <p:nvPr/>
        </p:nvSpPr>
        <p:spPr>
          <a:xfrm>
            <a:off x="5366659" y="2388810"/>
            <a:ext cx="1277257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0CBBDDB-8E01-9B03-5716-FA2360132EB8}"/>
              </a:ext>
            </a:extLst>
          </p:cNvPr>
          <p:cNvSpPr/>
          <p:nvPr/>
        </p:nvSpPr>
        <p:spPr>
          <a:xfrm>
            <a:off x="551543" y="3429000"/>
            <a:ext cx="1567543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9AF157B-EAD3-3F30-1882-042FE729AFDD}"/>
              </a:ext>
            </a:extLst>
          </p:cNvPr>
          <p:cNvSpPr/>
          <p:nvPr/>
        </p:nvSpPr>
        <p:spPr>
          <a:xfrm>
            <a:off x="3236686" y="3429000"/>
            <a:ext cx="1567543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D97A208-A5A5-B32B-C136-BC2E10CE0AC2}"/>
              </a:ext>
            </a:extLst>
          </p:cNvPr>
          <p:cNvSpPr/>
          <p:nvPr/>
        </p:nvSpPr>
        <p:spPr>
          <a:xfrm>
            <a:off x="5740797" y="3429000"/>
            <a:ext cx="1567543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184F169-1EE2-6965-67A5-20D3775AEFF3}"/>
              </a:ext>
            </a:extLst>
          </p:cNvPr>
          <p:cNvSpPr/>
          <p:nvPr/>
        </p:nvSpPr>
        <p:spPr>
          <a:xfrm>
            <a:off x="8113882" y="3429000"/>
            <a:ext cx="1567543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C12D02E-4C8A-05B6-B5F1-E18CB8B2A780}"/>
              </a:ext>
            </a:extLst>
          </p:cNvPr>
          <p:cNvSpPr/>
          <p:nvPr/>
        </p:nvSpPr>
        <p:spPr>
          <a:xfrm>
            <a:off x="6974511" y="5032828"/>
            <a:ext cx="1567543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7978461-3547-F43B-69A7-BA60986B399C}"/>
              </a:ext>
            </a:extLst>
          </p:cNvPr>
          <p:cNvSpPr/>
          <p:nvPr/>
        </p:nvSpPr>
        <p:spPr>
          <a:xfrm>
            <a:off x="9263944" y="5032828"/>
            <a:ext cx="1567543" cy="4124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F51BA4A5-E415-D32E-BBBE-A766C9421829}"/>
              </a:ext>
            </a:extLst>
          </p:cNvPr>
          <p:cNvCxnSpPr>
            <a:stCxn id="13" idx="2"/>
          </p:cNvCxnSpPr>
          <p:nvPr/>
        </p:nvCxnSpPr>
        <p:spPr>
          <a:xfrm flipH="1">
            <a:off x="6005287" y="1719943"/>
            <a:ext cx="1" cy="66886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38" name="Ink 37">
                <a:extLst>
                  <a:ext uri="{FF2B5EF4-FFF2-40B4-BE49-F238E27FC236}">
                    <a16:creationId xmlns:a16="http://schemas.microsoft.com/office/drawing/2014/main" id="{CE3DD9ED-BBA0-A146-5E5C-0ED2F952F2F4}"/>
                  </a:ext>
                </a:extLst>
              </p14:cNvPr>
              <p14:cNvContentPartPr/>
              <p14:nvPr/>
            </p14:nvContentPartPr>
            <p14:xfrm>
              <a:off x="6030251" y="2815503"/>
              <a:ext cx="7560" cy="341640"/>
            </p14:xfrm>
          </p:contentPart>
        </mc:Choice>
        <mc:Fallback xmlns="">
          <p:pic>
            <p:nvPicPr>
              <p:cNvPr id="38" name="Ink 37">
                <a:extLst>
                  <a:ext uri="{FF2B5EF4-FFF2-40B4-BE49-F238E27FC236}">
                    <a16:creationId xmlns:a16="http://schemas.microsoft.com/office/drawing/2014/main" id="{CE3DD9ED-BBA0-A146-5E5C-0ED2F952F2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21611" y="2806503"/>
                <a:ext cx="25200" cy="35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43" name="Ink 42">
                <a:extLst>
                  <a:ext uri="{FF2B5EF4-FFF2-40B4-BE49-F238E27FC236}">
                    <a16:creationId xmlns:a16="http://schemas.microsoft.com/office/drawing/2014/main" id="{FBF0FCDF-E11E-76F1-BF57-3B2AD556ABF6}"/>
                  </a:ext>
                </a:extLst>
              </p14:cNvPr>
              <p14:cNvContentPartPr/>
              <p14:nvPr/>
            </p14:nvContentPartPr>
            <p14:xfrm>
              <a:off x="1313531" y="3169743"/>
              <a:ext cx="7718760" cy="360"/>
            </p14:xfrm>
          </p:contentPart>
        </mc:Choice>
        <mc:Fallback xmlns="">
          <p:pic>
            <p:nvPicPr>
              <p:cNvPr id="43" name="Ink 42">
                <a:extLst>
                  <a:ext uri="{FF2B5EF4-FFF2-40B4-BE49-F238E27FC236}">
                    <a16:creationId xmlns:a16="http://schemas.microsoft.com/office/drawing/2014/main" id="{FBF0FCDF-E11E-76F1-BF57-3B2AD556ABF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304531" y="3160743"/>
                <a:ext cx="7736400" cy="18000"/>
              </a:xfrm>
              <a:prstGeom prst="rect">
                <a:avLst/>
              </a:prstGeom>
            </p:spPr>
          </p:pic>
        </mc:Fallback>
      </mc:AlternateContent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7BDC091-870E-F790-FE3D-E1CD94406693}"/>
              </a:ext>
            </a:extLst>
          </p:cNvPr>
          <p:cNvCxnSpPr/>
          <p:nvPr/>
        </p:nvCxnSpPr>
        <p:spPr>
          <a:xfrm>
            <a:off x="1313531" y="3169743"/>
            <a:ext cx="0" cy="259257"/>
          </a:xfrm>
          <a:prstGeom prst="straightConnector1">
            <a:avLst/>
          </a:prstGeom>
          <a:ln w="19050">
            <a:solidFill>
              <a:srgbClr val="00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7095B80-3DE3-F6A7-8820-F910E7D94708}"/>
              </a:ext>
            </a:extLst>
          </p:cNvPr>
          <p:cNvCxnSpPr>
            <a:cxnSpLocks/>
            <a:endCxn id="19" idx="0"/>
          </p:cNvCxnSpPr>
          <p:nvPr/>
        </p:nvCxnSpPr>
        <p:spPr>
          <a:xfrm>
            <a:off x="4016830" y="3157143"/>
            <a:ext cx="3628" cy="2718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A86BBE-4EFE-10C5-9C17-238E916D044B}"/>
              </a:ext>
            </a:extLst>
          </p:cNvPr>
          <p:cNvCxnSpPr>
            <a:cxnSpLocks/>
            <a:endCxn id="20" idx="0"/>
          </p:cNvCxnSpPr>
          <p:nvPr/>
        </p:nvCxnSpPr>
        <p:spPr>
          <a:xfrm>
            <a:off x="6524568" y="3157143"/>
            <a:ext cx="1" cy="2718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BEAFECE-A4D8-6B18-70FE-A7960A20E900}"/>
              </a:ext>
            </a:extLst>
          </p:cNvPr>
          <p:cNvCxnSpPr>
            <a:cxnSpLocks/>
          </p:cNvCxnSpPr>
          <p:nvPr/>
        </p:nvCxnSpPr>
        <p:spPr>
          <a:xfrm>
            <a:off x="9028679" y="3157143"/>
            <a:ext cx="10293" cy="2718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8E0DCFF-47FB-3407-39F3-7F94C0B85442}"/>
              </a:ext>
            </a:extLst>
          </p:cNvPr>
          <p:cNvCxnSpPr>
            <a:cxnSpLocks/>
          </p:cNvCxnSpPr>
          <p:nvPr/>
        </p:nvCxnSpPr>
        <p:spPr>
          <a:xfrm>
            <a:off x="9028679" y="3841448"/>
            <a:ext cx="10293" cy="796469"/>
          </a:xfrm>
          <a:prstGeom prst="straightConnector1">
            <a:avLst/>
          </a:prstGeom>
          <a:ln w="19050">
            <a:headEnd type="none" w="med" len="med"/>
            <a:tailEnd type="non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0D4CEE2-78C4-ACC1-48BD-0E4F1D8DA270}"/>
                  </a:ext>
                </a:extLst>
              </p14:cNvPr>
              <p14:cNvContentPartPr/>
              <p14:nvPr/>
            </p14:nvContentPartPr>
            <p14:xfrm>
              <a:off x="7924571" y="4637103"/>
              <a:ext cx="2199240" cy="7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0D4CEE2-78C4-ACC1-48BD-0E4F1D8DA270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7915571" y="4619103"/>
                <a:ext cx="2216880" cy="36000"/>
              </a:xfrm>
              <a:prstGeom prst="rect">
                <a:avLst/>
              </a:prstGeom>
            </p:spPr>
          </p:pic>
        </mc:Fallback>
      </mc:AlternateContent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053592A6-72C2-68F8-C5A1-9B42451400BA}"/>
              </a:ext>
            </a:extLst>
          </p:cNvPr>
          <p:cNvCxnSpPr/>
          <p:nvPr/>
        </p:nvCxnSpPr>
        <p:spPr>
          <a:xfrm>
            <a:off x="7917314" y="4637103"/>
            <a:ext cx="0" cy="395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90D3672C-BAD7-724B-1CC3-17AF9B3A2145}"/>
              </a:ext>
            </a:extLst>
          </p:cNvPr>
          <p:cNvCxnSpPr/>
          <p:nvPr/>
        </p:nvCxnSpPr>
        <p:spPr>
          <a:xfrm>
            <a:off x="10123485" y="4637103"/>
            <a:ext cx="0" cy="39572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7041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9">
            <a:extLst>
              <a:ext uri="{FF2B5EF4-FFF2-40B4-BE49-F238E27FC236}">
                <a16:creationId xmlns:a16="http://schemas.microsoft.com/office/drawing/2014/main" id="{8FE3651E-68A1-6020-1950-B09F93CB8D75}"/>
              </a:ext>
            </a:extLst>
          </p:cNvPr>
          <p:cNvSpPr txBox="1">
            <a:spLocks/>
          </p:cNvSpPr>
          <p:nvPr/>
        </p:nvSpPr>
        <p:spPr>
          <a:xfrm>
            <a:off x="403197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SQL Data Checks &amp; Consistency</a:t>
            </a:r>
            <a:endParaRPr lang="en-IN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2242B74-184F-55B6-6096-E4DA92EFF459}"/>
              </a:ext>
            </a:extLst>
          </p:cNvPr>
          <p:cNvSpPr txBox="1"/>
          <p:nvPr/>
        </p:nvSpPr>
        <p:spPr>
          <a:xfrm>
            <a:off x="403197" y="1183945"/>
            <a:ext cx="10675200" cy="3690177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Imported all 8 banking tables into SQL Server.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Consolidated 6 yearly transaction files into a single Transaction table.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Performed data quality and consistency checks.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Validated primary and foreign key relationships.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Checked for duplicate records, missing values, invalid dates and invalid business values. </a:t>
            </a: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IN" sz="2000" dirty="0"/>
              <a:t>Verified referential integrity across all tables. </a:t>
            </a:r>
          </a:p>
        </p:txBody>
      </p:sp>
    </p:spTree>
    <p:extLst>
      <p:ext uri="{BB962C8B-B14F-4D97-AF65-F5344CB8AC3E}">
        <p14:creationId xmlns:p14="http://schemas.microsoft.com/office/powerpoint/2010/main" val="20213324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9D43DA-B66A-B5FC-19CC-8B4E81CFB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Discrepencies</a:t>
            </a:r>
            <a:r>
              <a:rPr lang="en-US" dirty="0"/>
              <a:t> (1/2)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FD0B4E3-03C6-91B1-4102-94A0C91C44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378556"/>
              </p:ext>
            </p:extLst>
          </p:nvPr>
        </p:nvGraphicFramePr>
        <p:xfrm>
          <a:off x="403196" y="1694561"/>
          <a:ext cx="10675200" cy="2499751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37600">
                  <a:extLst>
                    <a:ext uri="{9D8B030D-6E8A-4147-A177-3AD203B41FA5}">
                      <a16:colId xmlns:a16="http://schemas.microsoft.com/office/drawing/2014/main" val="1008292138"/>
                    </a:ext>
                  </a:extLst>
                </a:gridCol>
                <a:gridCol w="5337600">
                  <a:extLst>
                    <a:ext uri="{9D8B030D-6E8A-4147-A177-3AD203B41FA5}">
                      <a16:colId xmlns:a16="http://schemas.microsoft.com/office/drawing/2014/main" val="2694773219"/>
                    </a:ext>
                  </a:extLst>
                </a:gridCol>
              </a:tblGrid>
              <a:tr h="4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Table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Issue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833105"/>
                  </a:ext>
                </a:extLst>
              </a:tr>
              <a:tr h="4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Account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Dates stored in YYMMDD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20683"/>
                  </a:ext>
                </a:extLst>
              </a:tr>
              <a:tr h="4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Loan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Dates stored in YYMMDD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268004"/>
                  </a:ext>
                </a:extLst>
              </a:tr>
              <a:tr h="76284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Card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Dates stored as YYMMDD HH:MM:SS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991980"/>
                  </a:ext>
                </a:extLst>
              </a:tr>
              <a:tr h="4342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Non-standard date representation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920738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41CADD2-270E-3189-AA57-4C7B4D6BE6B1}"/>
              </a:ext>
            </a:extLst>
          </p:cNvPr>
          <p:cNvSpPr txBox="1"/>
          <p:nvPr/>
        </p:nvSpPr>
        <p:spPr>
          <a:xfrm>
            <a:off x="403196" y="1171341"/>
            <a:ext cx="10675199" cy="540000"/>
          </a:xfrm>
          <a:prstGeom prst="rect">
            <a:avLst/>
          </a:prstGeom>
          <a:solidFill>
            <a:srgbClr val="028090"/>
          </a:solidFill>
          <a:ln>
            <a:solidFill>
              <a:schemeClr val="bg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2"/>
                </a:solidFill>
              </a:rPr>
              <a:t>Date Issues</a:t>
            </a:r>
            <a:endParaRPr lang="en-IN" sz="2000" b="1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E81BDD-A128-72CD-923C-273595411B58}"/>
              </a:ext>
            </a:extLst>
          </p:cNvPr>
          <p:cNvSpPr txBox="1"/>
          <p:nvPr/>
        </p:nvSpPr>
        <p:spPr>
          <a:xfrm>
            <a:off x="310219" y="4424775"/>
            <a:ext cx="1086115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Identify all non-standard date formats across Account, Loan, Card &amp; Transaction tables.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Convert all YYMMDD / YYMMDD HH:MM:SS values to SQL YYYY-MM-DD format, prefixing 19 for 2-digit years.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r>
              <a:rPr lang="en-IN" dirty="0"/>
              <a:t>Validate to Ensure zero NULLs, no row loss, and dates fall within 1993–1998 range.</a:t>
            </a:r>
          </a:p>
        </p:txBody>
      </p:sp>
    </p:spTree>
    <p:extLst>
      <p:ext uri="{BB962C8B-B14F-4D97-AF65-F5344CB8AC3E}">
        <p14:creationId xmlns:p14="http://schemas.microsoft.com/office/powerpoint/2010/main" val="215517239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A72AB1-0919-4236-AC43-6BDC24146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A08F280-9990-C4EF-F77F-05B7DD54F7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</a:t>
            </a:r>
            <a:r>
              <a:rPr lang="en-US" dirty="0" err="1"/>
              <a:t>Discrepencies</a:t>
            </a:r>
            <a:r>
              <a:rPr lang="en-US" dirty="0"/>
              <a:t>(2/2)</a:t>
            </a:r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182191-F738-ECAC-5F2A-05F8C17BD3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5946700"/>
              </p:ext>
            </p:extLst>
          </p:nvPr>
        </p:nvGraphicFramePr>
        <p:xfrm>
          <a:off x="403196" y="1571451"/>
          <a:ext cx="10675200" cy="2951388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5337600">
                  <a:extLst>
                    <a:ext uri="{9D8B030D-6E8A-4147-A177-3AD203B41FA5}">
                      <a16:colId xmlns:a16="http://schemas.microsoft.com/office/drawing/2014/main" val="1008292138"/>
                    </a:ext>
                  </a:extLst>
                </a:gridCol>
                <a:gridCol w="5337600">
                  <a:extLst>
                    <a:ext uri="{9D8B030D-6E8A-4147-A177-3AD203B41FA5}">
                      <a16:colId xmlns:a16="http://schemas.microsoft.com/office/drawing/2014/main" val="2694773219"/>
                    </a:ext>
                  </a:extLst>
                </a:gridCol>
              </a:tblGrid>
              <a:tr h="512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Table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Issue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6833105"/>
                  </a:ext>
                </a:extLst>
              </a:tr>
              <a:tr h="512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Account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Dates stored in YYMMDD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2220683"/>
                  </a:ext>
                </a:extLst>
              </a:tr>
              <a:tr h="512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Loan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Dates stored in YYMMDD format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7268004"/>
                  </a:ext>
                </a:extLst>
              </a:tr>
              <a:tr h="90067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Card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/>
                        <a:t>Dates stored as YYMMDD HH:MM:SS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991980"/>
                  </a:ext>
                </a:extLst>
              </a:tr>
              <a:tr h="51267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Transaction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sz="2000" dirty="0"/>
                        <a:t>Non-standard date representation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920738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04A4015-BBFD-6131-25EF-A83992E785D1}"/>
              </a:ext>
            </a:extLst>
          </p:cNvPr>
          <p:cNvSpPr txBox="1"/>
          <p:nvPr/>
        </p:nvSpPr>
        <p:spPr>
          <a:xfrm>
            <a:off x="403196" y="1171341"/>
            <a:ext cx="10675199" cy="400110"/>
          </a:xfrm>
          <a:prstGeom prst="rect">
            <a:avLst/>
          </a:prstGeom>
          <a:solidFill>
            <a:srgbClr val="028090"/>
          </a:solidFill>
          <a:ln>
            <a:solidFill>
              <a:schemeClr val="bg1"/>
            </a:solidFill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tx2"/>
                </a:solidFill>
              </a:rPr>
              <a:t>Missing Values</a:t>
            </a:r>
            <a:endParaRPr lang="en-IN" sz="2000" b="1" dirty="0">
              <a:solidFill>
                <a:schemeClr val="tx2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FDE4F6-2B4E-4014-598D-FE45A1F01B1B}"/>
              </a:ext>
            </a:extLst>
          </p:cNvPr>
          <p:cNvSpPr txBox="1"/>
          <p:nvPr/>
        </p:nvSpPr>
        <p:spPr>
          <a:xfrm>
            <a:off x="403196" y="4759481"/>
            <a:ext cx="6150076" cy="10541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1050"/>
              </a:spcBef>
              <a:spcAft>
                <a:spcPts val="263"/>
              </a:spcAft>
              <a:buNone/>
            </a:pPr>
            <a:r>
              <a:rPr lang="en-IN" sz="2000" b="1" i="0" dirty="0">
                <a:solidFill>
                  <a:srgbClr val="0D0D0D"/>
                </a:solidFill>
                <a:effectLst/>
                <a:latin typeface="+mj-lt"/>
              </a:rPr>
              <a:t>Observation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IN" sz="2000" b="0" i="0" dirty="0">
                <a:solidFill>
                  <a:srgbClr val="0D0D0D"/>
                </a:solidFill>
                <a:effectLst/>
                <a:latin typeface="+mj-lt"/>
              </a:rPr>
              <a:t>Missing business attributes found.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IN" sz="2000" b="0" i="0" dirty="0">
                <a:solidFill>
                  <a:srgbClr val="0D0D0D"/>
                </a:solidFill>
                <a:effectLst/>
                <a:latin typeface="+mj-lt"/>
              </a:rPr>
              <a:t>Requires business validation.</a:t>
            </a:r>
          </a:p>
        </p:txBody>
      </p:sp>
    </p:spTree>
    <p:extLst>
      <p:ext uri="{BB962C8B-B14F-4D97-AF65-F5344CB8AC3E}">
        <p14:creationId xmlns:p14="http://schemas.microsoft.com/office/powerpoint/2010/main" val="8635151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FFFBCAB2-CF96-887E-5A7E-87941A0D4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3197" y="1002276"/>
            <a:ext cx="8823227" cy="4239200"/>
          </a:xfrm>
        </p:spPr>
        <p:txBody>
          <a:bodyPr>
            <a:normAutofit lnSpcReduction="10000"/>
          </a:bodyPr>
          <a:lstStyle/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Standardize all date fields to SQL DATE format.</a:t>
            </a:r>
          </a:p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Increase text column sizes for bank, operation, and purpose fields.</a:t>
            </a:r>
          </a:p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Validate missing values before imputation.</a:t>
            </a:r>
          </a:p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Remove duplicate records where applicable.</a:t>
            </a:r>
          </a:p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Validate orphan records through referential integrity checks.</a:t>
            </a:r>
          </a:p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Preserve raw source tables.</a:t>
            </a:r>
          </a:p>
          <a:p>
            <a:pPr>
              <a:lnSpc>
                <a:spcPct val="200000"/>
              </a:lnSpc>
              <a:buSzPct val="80000"/>
              <a:buFont typeface="Wingdings" panose="05000000000000000000" pitchFamily="2" charset="2"/>
              <a:buChar char="§"/>
            </a:pPr>
            <a:r>
              <a:rPr lang="en-IN" sz="2000" dirty="0">
                <a:latin typeface="+mj-lt"/>
              </a:rPr>
              <a:t>Use cleaned views for reporting and analysis.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3910911-E63E-B97D-B5FE-20E81CC993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/>
          <a:lstStyle/>
          <a:p>
            <a:r>
              <a:rPr lang="en-IN" dirty="0"/>
              <a:t>Recommendations for Data Cleaning</a:t>
            </a:r>
          </a:p>
        </p:txBody>
      </p:sp>
    </p:spTree>
    <p:extLst>
      <p:ext uri="{BB962C8B-B14F-4D97-AF65-F5344CB8AC3E}">
        <p14:creationId xmlns:p14="http://schemas.microsoft.com/office/powerpoint/2010/main" val="27320050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D351105F-8868-B35C-4C76-32ADAC3E4DC0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Exploratory Data Analysis (EDA)</a:t>
            </a:r>
            <a:endParaRPr lang="en-IN" kern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9D766B-6FCF-3052-82D3-E34CA7486028}"/>
              </a:ext>
            </a:extLst>
          </p:cNvPr>
          <p:cNvSpPr txBox="1"/>
          <p:nvPr/>
        </p:nvSpPr>
        <p:spPr>
          <a:xfrm>
            <a:off x="515841" y="1221316"/>
            <a:ext cx="11751633" cy="138499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/>
              <a:t>Objective</a:t>
            </a:r>
          </a:p>
          <a:p>
            <a:r>
              <a:rPr lang="en-IN" sz="2000" dirty="0"/>
              <a:t>The purpose of Exploratory Data Analysis was to understand customer demographics, account </a:t>
            </a:r>
            <a:r>
              <a:rPr lang="en-IN" sz="2000" dirty="0" err="1"/>
              <a:t>behavior</a:t>
            </a:r>
            <a:r>
              <a:rPr lang="en-IN" sz="2000" dirty="0"/>
              <a:t>, transaction patterns, loan portfolio performance, and regional banking trends before performing diagnostic and predictive analysis.</a:t>
            </a:r>
            <a:endParaRPr lang="en-IN" sz="2000" b="1" dirty="0"/>
          </a:p>
        </p:txBody>
      </p:sp>
      <p:graphicFrame>
        <p:nvGraphicFramePr>
          <p:cNvPr id="20" name="Diagram 19">
            <a:extLst>
              <a:ext uri="{FF2B5EF4-FFF2-40B4-BE49-F238E27FC236}">
                <a16:creationId xmlns:a16="http://schemas.microsoft.com/office/drawing/2014/main" id="{23ABD348-A16E-A90E-31D1-D1151844788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76764088"/>
              </p:ext>
            </p:extLst>
          </p:nvPr>
        </p:nvGraphicFramePr>
        <p:xfrm>
          <a:off x="542184" y="2614331"/>
          <a:ext cx="10858846" cy="243018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80A7A7D9-9F56-7670-DEBB-128FEE569B1F}"/>
              </a:ext>
            </a:extLst>
          </p:cNvPr>
          <p:cNvSpPr txBox="1"/>
          <p:nvPr/>
        </p:nvSpPr>
        <p:spPr>
          <a:xfrm>
            <a:off x="522664" y="5052536"/>
            <a:ext cx="10858845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b="1" dirty="0"/>
              <a:t>Key Outcome</a:t>
            </a:r>
          </a:p>
          <a:p>
            <a:pPr>
              <a:buNone/>
            </a:pPr>
            <a:r>
              <a:rPr lang="en-IN" dirty="0"/>
              <a:t>EDA transformed raw banking data into meaningful business insights by identifying customer </a:t>
            </a:r>
            <a:r>
              <a:rPr lang="en-IN" dirty="0" err="1"/>
              <a:t>behavior</a:t>
            </a:r>
            <a:r>
              <a:rPr lang="en-IN" dirty="0"/>
              <a:t>, financial trends, and operational patterns that support strategic decision-making.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3FCAF76-84C4-FF0C-122C-AAF4A65D02B0}"/>
              </a:ext>
            </a:extLst>
          </p:cNvPr>
          <p:cNvSpPr/>
          <p:nvPr/>
        </p:nvSpPr>
        <p:spPr>
          <a:xfrm>
            <a:off x="5971607" y="3244334"/>
            <a:ext cx="248786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IN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311766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19CFE2-23C6-E54D-12D9-CB410B96DB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6EA47882-2207-B69B-CC65-629B5070B6A6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Customer Demographic Analysis (1/2)</a:t>
            </a:r>
            <a:endParaRPr lang="en-IN" kern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010105-A53C-218D-A323-4E1C1E8AE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2319130"/>
            <a:ext cx="6241642" cy="404817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13700DD-EE41-88D7-1EE3-92CFD56577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23082" y="2385756"/>
            <a:ext cx="4349358" cy="36903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C062CAE-6D59-1866-9388-D09046DA3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320" y="1113911"/>
            <a:ext cx="8966359" cy="1205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9156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49FA8B-C424-E3BA-79C0-56260F0E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DE268B34-3BEB-B767-CA51-245696FEE6D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Customer Demographic Analysis (2/2)</a:t>
            </a:r>
            <a:endParaRPr lang="en-IN" kern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F5ACA3B-2379-A680-1771-4BEEA3A7AD4A}"/>
              </a:ext>
            </a:extLst>
          </p:cNvPr>
          <p:cNvSpPr txBox="1"/>
          <p:nvPr/>
        </p:nvSpPr>
        <p:spPr>
          <a:xfrm>
            <a:off x="515841" y="1236276"/>
            <a:ext cx="911848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Business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The customer base is evenly distributed between male and female customers.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The average customer age of 45 years indicates a mature and financially active customer segment.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Most customers belong to the </a:t>
            </a:r>
            <a:r>
              <a:rPr lang="en-IN" sz="2000" b="1" dirty="0"/>
              <a:t>26–55 age group</a:t>
            </a:r>
            <a:r>
              <a:rPr lang="en-IN" sz="2000" dirty="0"/>
              <a:t>, representing the bank's primary revenue-generating population.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Younger customers (below 18 years) represent a small share, suggesting an opportunity for youth-focused banking products.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302C996-5F56-43F2-1147-8E460D92A95F}"/>
              </a:ext>
            </a:extLst>
          </p:cNvPr>
          <p:cNvSpPr txBox="1"/>
          <p:nvPr/>
        </p:nvSpPr>
        <p:spPr>
          <a:xfrm>
            <a:off x="515840" y="4180490"/>
            <a:ext cx="923113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Develop targeted savings, investment, and digital banking products for customers aged </a:t>
            </a:r>
            <a:r>
              <a:rPr lang="en-IN" sz="2000" b="1" dirty="0"/>
              <a:t>26–55</a:t>
            </a:r>
            <a:r>
              <a:rPr lang="en-IN" sz="2000" dirty="0"/>
              <a:t>, while introducing student and youth banking programs to improve long-term customer acquisition.</a:t>
            </a:r>
          </a:p>
        </p:txBody>
      </p:sp>
    </p:spTree>
    <p:extLst>
      <p:ext uri="{BB962C8B-B14F-4D97-AF65-F5344CB8AC3E}">
        <p14:creationId xmlns:p14="http://schemas.microsoft.com/office/powerpoint/2010/main" val="26205911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04E49B-F939-00CB-BDAC-7A034A214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FCE1266-CFC1-664F-E930-3C430A670235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A</a:t>
            </a:r>
            <a:r>
              <a:rPr lang="en-IN" kern="0" dirty="0" err="1"/>
              <a:t>ccount</a:t>
            </a:r>
            <a:r>
              <a:rPr lang="en-IN" kern="0" dirty="0"/>
              <a:t> Analysis (1/2)</a:t>
            </a:r>
          </a:p>
        </p:txBody>
      </p:sp>
      <p:graphicFrame>
        <p:nvGraphicFramePr>
          <p:cNvPr id="12" name="Diagram 11">
            <a:extLst>
              <a:ext uri="{FF2B5EF4-FFF2-40B4-BE49-F238E27FC236}">
                <a16:creationId xmlns:a16="http://schemas.microsoft.com/office/drawing/2014/main" id="{8D4A1FB8-A41D-9013-6617-F5B658E222E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184243984"/>
              </p:ext>
            </p:extLst>
          </p:nvPr>
        </p:nvGraphicFramePr>
        <p:xfrm>
          <a:off x="581284" y="1278835"/>
          <a:ext cx="9616263" cy="17806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4" name="Picture 13">
            <a:extLst>
              <a:ext uri="{FF2B5EF4-FFF2-40B4-BE49-F238E27FC236}">
                <a16:creationId xmlns:a16="http://schemas.microsoft.com/office/drawing/2014/main" id="{2C077BF9-987E-7685-258E-EA453BF15E7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3860" y="3143095"/>
            <a:ext cx="5864754" cy="3203712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0A4A76B-3EFE-0BE8-9C05-800D2343E56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928" y="3059533"/>
            <a:ext cx="5626033" cy="3203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024250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95068-F2D5-6342-DB10-07035402F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FDEA1FFE-E3C7-7861-D6C2-491F824BE28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A</a:t>
            </a:r>
            <a:r>
              <a:rPr lang="en-IN" kern="0" dirty="0" err="1"/>
              <a:t>ccount</a:t>
            </a:r>
            <a:r>
              <a:rPr lang="en-IN" kern="0" dirty="0"/>
              <a:t> Analysis (2/2)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1D5844-DA39-F92B-ED18-347B54D8DBDA}"/>
              </a:ext>
            </a:extLst>
          </p:cNvPr>
          <p:cNvSpPr txBox="1"/>
          <p:nvPr/>
        </p:nvSpPr>
        <p:spPr>
          <a:xfrm>
            <a:off x="515840" y="1342974"/>
            <a:ext cx="988463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Customer distribution across account types is relatively balanced.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NRI and Savings accounts slightly exceed Salary accounts, indicating diversified banking needs.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District-wise analysis reveals customer concentration in </a:t>
            </a:r>
            <a:r>
              <a:rPr lang="en-IN" sz="2000" b="1" dirty="0" err="1"/>
              <a:t>Hl.m</a:t>
            </a:r>
            <a:r>
              <a:rPr lang="en-IN" sz="2000" b="1" dirty="0"/>
              <a:t>. Praha</a:t>
            </a:r>
            <a:r>
              <a:rPr lang="en-IN" sz="2000" dirty="0"/>
              <a:t>, making it the bank's strongest market.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304A2C-8FA7-A67E-F44C-57967E9DF051}"/>
              </a:ext>
            </a:extLst>
          </p:cNvPr>
          <p:cNvSpPr txBox="1"/>
          <p:nvPr/>
        </p:nvSpPr>
        <p:spPr>
          <a:xfrm>
            <a:off x="515840" y="3429000"/>
            <a:ext cx="6150820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Strengthen marketing in high-performing districts while designing region-specific campaigns for districts with lower customer penetration.</a:t>
            </a:r>
          </a:p>
        </p:txBody>
      </p:sp>
    </p:spTree>
    <p:extLst>
      <p:ext uri="{BB962C8B-B14F-4D97-AF65-F5344CB8AC3E}">
        <p14:creationId xmlns:p14="http://schemas.microsoft.com/office/powerpoint/2010/main" val="31966788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88CFAE-EDD4-05DA-C48B-2BEC2BC943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7627FCC0-3E71-6E6F-E392-1C2D53C09A3C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Transaction Analysis (1/2)</a:t>
            </a:r>
            <a:endParaRPr lang="en-IN" kern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F03EFA-6890-137D-FFE9-099C4C2D07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2263639"/>
            <a:ext cx="6268279" cy="313180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9301ABC-9D32-D2AA-B07E-0EBE5CB8B0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119" y="2449670"/>
            <a:ext cx="5213171" cy="279366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CF96A84-2F35-4F7F-41AE-145CA3AABF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841" y="1108038"/>
            <a:ext cx="9775113" cy="10269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85029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49953-3037-3991-F031-AB21699D1D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628AC4B-5239-C998-D79A-8E7CF577FE6F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Transaction Analysis (2/2)</a:t>
            </a:r>
            <a:endParaRPr lang="en-IN" kern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53D85-C4BF-C1F8-D034-12B51589986B}"/>
              </a:ext>
            </a:extLst>
          </p:cNvPr>
          <p:cNvSpPr txBox="1"/>
          <p:nvPr/>
        </p:nvSpPr>
        <p:spPr>
          <a:xfrm>
            <a:off x="601979" y="1355105"/>
            <a:ext cx="862153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Debit transactions slightly exceed credits, reflecting active customer spending.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Interest credits and cash deposits are the most frequent transaction operations.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Monthly transaction trends remain stable, indicating consistent banking activity.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038370A-B250-A31A-0D76-D149DCF93573}"/>
              </a:ext>
            </a:extLst>
          </p:cNvPr>
          <p:cNvSpPr txBox="1"/>
          <p:nvPr/>
        </p:nvSpPr>
        <p:spPr>
          <a:xfrm>
            <a:off x="601978" y="3819379"/>
            <a:ext cx="1067519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Introduce personalized spending insights and digital financial planning tools to encourage higher customer engagement.</a:t>
            </a:r>
          </a:p>
        </p:txBody>
      </p:sp>
    </p:spTree>
    <p:extLst>
      <p:ext uri="{BB962C8B-B14F-4D97-AF65-F5344CB8AC3E}">
        <p14:creationId xmlns:p14="http://schemas.microsoft.com/office/powerpoint/2010/main" val="242548915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F21EF-DCD8-320F-09C7-77424D1F6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0217F494-6E3F-0B90-11E2-78498BE3E634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Loan Analysis (1/2)</a:t>
            </a:r>
            <a:endParaRPr lang="en-IN" kern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FDC6888-E72D-A47F-F152-D69CD1A9E4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854" y="1972405"/>
            <a:ext cx="4151295" cy="291318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B9C8DE5-0D1F-E938-71E9-82CD964A07A1}"/>
              </a:ext>
            </a:extLst>
          </p:cNvPr>
          <p:cNvSpPr txBox="1"/>
          <p:nvPr/>
        </p:nvSpPr>
        <p:spPr>
          <a:xfrm>
            <a:off x="582854" y="4711942"/>
            <a:ext cx="8653669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Most loans are successfully repaid.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Default loans form only a small portion.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Longer-duration loans generally involve higher loan amounts.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Loan portfolio appears healthy.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FABECDE-15CF-5E92-61A0-875D941B07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9187" y="2112292"/>
            <a:ext cx="3741972" cy="3194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C0F56D9-FC39-8082-1242-F3EE6EA32F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638" y="996380"/>
            <a:ext cx="9740332" cy="976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988286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96D8F3-FB40-4863-BCD8-69E3F8240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D21E574-ABCC-8D3A-A1E2-5B255FB38F3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Loan Analysis (2/2)</a:t>
            </a:r>
            <a:endParaRPr lang="en-IN" kern="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BECFE9-2AB4-2FB7-626C-464AF1EB6DDF}"/>
              </a:ext>
            </a:extLst>
          </p:cNvPr>
          <p:cNvSpPr txBox="1"/>
          <p:nvPr/>
        </p:nvSpPr>
        <p:spPr>
          <a:xfrm>
            <a:off x="582855" y="1332638"/>
            <a:ext cx="854789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Nearly </a:t>
            </a:r>
            <a:r>
              <a:rPr lang="en-IN" sz="2000" b="1" dirty="0"/>
              <a:t>59%</a:t>
            </a:r>
            <a:r>
              <a:rPr lang="en-IN" sz="2000" dirty="0"/>
              <a:t> of loans are active, indicating healthy lending activity.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The default rate remains low, suggesting effective credit assessment.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Loan disbursement increased over the years, reflecting business growth.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Longer-duration loans generally involve larger loan amounts.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C8918B-474F-83FD-4F69-12D40569F201}"/>
              </a:ext>
            </a:extLst>
          </p:cNvPr>
          <p:cNvSpPr txBox="1"/>
          <p:nvPr/>
        </p:nvSpPr>
        <p:spPr>
          <a:xfrm>
            <a:off x="515841" y="3466668"/>
            <a:ext cx="821734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Continue monitoring high-value, long-duration loans using predictive models to minimize future credit risk.</a:t>
            </a:r>
          </a:p>
        </p:txBody>
      </p:sp>
    </p:spTree>
    <p:extLst>
      <p:ext uri="{BB962C8B-B14F-4D97-AF65-F5344CB8AC3E}">
        <p14:creationId xmlns:p14="http://schemas.microsoft.com/office/powerpoint/2010/main" val="4269127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934BC-E007-CAC0-2014-E15685EEC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AFC0F40F-DD41-D1E4-36F1-05E1CD03FA1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Card Analysis (1/2)</a:t>
            </a:r>
            <a:endParaRPr lang="en-IN" kern="0" dirty="0"/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C8E74A38-81FD-B419-51D2-17D6E6FDFE9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55503541"/>
              </p:ext>
            </p:extLst>
          </p:nvPr>
        </p:nvGraphicFramePr>
        <p:xfrm>
          <a:off x="655585" y="1285462"/>
          <a:ext cx="10476241" cy="130847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D216FBC7-464C-A362-6738-67D8912C9A7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0068" y="2593935"/>
            <a:ext cx="3735036" cy="30448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4DCC69-6925-F655-D84E-073BE4C0BFC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105105" y="2741798"/>
            <a:ext cx="5050470" cy="3357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174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D6778-DF5F-79CF-16F3-F9625F8F6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89A558D3-7E66-7378-BF7D-465AB279719F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Card Analysis (2/2)</a:t>
            </a:r>
            <a:endParaRPr lang="en-IN" kern="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60E0E5-47C3-0FA7-50D9-68880A46628F}"/>
              </a:ext>
            </a:extLst>
          </p:cNvPr>
          <p:cNvSpPr txBox="1"/>
          <p:nvPr/>
        </p:nvSpPr>
        <p:spPr>
          <a:xfrm>
            <a:off x="589722" y="1209999"/>
            <a:ext cx="7301948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 The Classic card dominates the portfolio, indicating it is the most popular and accessible card.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1998 recorded the highest number of cards issued (around 430+)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4C5C45-F514-5E67-A30C-2AEB781021CC}"/>
              </a:ext>
            </a:extLst>
          </p:cNvPr>
          <p:cNvSpPr txBox="1"/>
          <p:nvPr/>
        </p:nvSpPr>
        <p:spPr>
          <a:xfrm>
            <a:off x="589722" y="2913614"/>
            <a:ext cx="8103704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Recommendation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Promote Gold card upgrades by targeting loyal classic cardholders. By Offering reward points, cashback, or annual fee waivers.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Investigate why card issuance surged in 1998 and replicate successful strategies in future campaigns</a:t>
            </a:r>
          </a:p>
        </p:txBody>
      </p:sp>
    </p:spTree>
    <p:extLst>
      <p:ext uri="{BB962C8B-B14F-4D97-AF65-F5344CB8AC3E}">
        <p14:creationId xmlns:p14="http://schemas.microsoft.com/office/powerpoint/2010/main" val="181737124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A548DA-5AE6-70CC-A32E-A8998A3ACD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7832E8D6-DDDD-1FC3-5DDA-617F7CF62FD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District/ Regional Analysis</a:t>
            </a:r>
            <a:endParaRPr lang="en-IN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22AA7B-2646-AC95-8907-913EB2C72270}"/>
              </a:ext>
            </a:extLst>
          </p:cNvPr>
          <p:cNvSpPr txBox="1"/>
          <p:nvPr/>
        </p:nvSpPr>
        <p:spPr>
          <a:xfrm>
            <a:off x="515841" y="4692074"/>
            <a:ext cx="11283126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High-income districts generally have higher banking penetration.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Urban districts contribute more customers.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Low-density districts provide opportunities for expansion.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4BC14-EB45-D915-F535-4F8E30DA5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54" y="990043"/>
            <a:ext cx="5369962" cy="381345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B79F93B-E2CB-93A5-65CF-B56A26416E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7404" y="990043"/>
            <a:ext cx="4986612" cy="3910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0735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BEF58-142A-BDB0-FCD1-6CCED2C6A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12D5C772-CD27-D5A7-3694-0874B44CA1EC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Diagnostic Analysis</a:t>
            </a:r>
            <a:endParaRPr lang="en-IN" kern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5AAE4F3-0C9D-D61F-3E5B-B6ECCEF7386C}"/>
              </a:ext>
            </a:extLst>
          </p:cNvPr>
          <p:cNvSpPr txBox="1"/>
          <p:nvPr/>
        </p:nvSpPr>
        <p:spPr>
          <a:xfrm>
            <a:off x="515840" y="1137600"/>
            <a:ext cx="103840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>
              <a:buNone/>
            </a:pPr>
            <a:r>
              <a:rPr lang="en-IN" sz="2000" dirty="0"/>
              <a:t>Diagnostic analysis was performed to understand the reasons behind customer behaviour, loan performance, transaction patterns and regional banking trends.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330BEC21-72E4-2C35-7ED2-6ABAC5EB712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5067375"/>
              </p:ext>
            </p:extLst>
          </p:nvPr>
        </p:nvGraphicFramePr>
        <p:xfrm>
          <a:off x="623026" y="2234310"/>
          <a:ext cx="10164243" cy="377006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3388081">
                  <a:extLst>
                    <a:ext uri="{9D8B030D-6E8A-4147-A177-3AD203B41FA5}">
                      <a16:colId xmlns:a16="http://schemas.microsoft.com/office/drawing/2014/main" val="3619272137"/>
                    </a:ext>
                  </a:extLst>
                </a:gridCol>
                <a:gridCol w="3388081">
                  <a:extLst>
                    <a:ext uri="{9D8B030D-6E8A-4147-A177-3AD203B41FA5}">
                      <a16:colId xmlns:a16="http://schemas.microsoft.com/office/drawing/2014/main" val="113552315"/>
                    </a:ext>
                  </a:extLst>
                </a:gridCol>
                <a:gridCol w="3388081">
                  <a:extLst>
                    <a:ext uri="{9D8B030D-6E8A-4147-A177-3AD203B41FA5}">
                      <a16:colId xmlns:a16="http://schemas.microsoft.com/office/drawing/2014/main" val="2396292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Business Question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Analysis Performed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KPI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6444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Which accounts have high debit activity?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Debit vs Credit comparison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 Debit Ratio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37051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Which customers are likely to default?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Loan status comparison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Default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97969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Which districts have better banking penetration?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Account vs District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Penetration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57515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What drives card adoption?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Card ownership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Card Adoption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57728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Are there dormant accounts?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Transaction activity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Dormant Account Ratio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0345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Which transaction types are declining?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Transaction trend analysis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Trend Index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882003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707031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AF34D-BB69-3FDE-B49D-684BBB6098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9985044-6168-8134-7911-C157F5F0013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sz="3200" dirty="0"/>
              <a:t>High Debit Account Ratio (1/2)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19C27D-210F-B38D-F2DC-46AABC8BC4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1051750"/>
            <a:ext cx="8961805" cy="50653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8140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12474-FD31-A7E4-E487-7C101E786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863D1DF5-032C-500D-3652-B197BF4A927A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sz="2800" dirty="0"/>
              <a:t>High Debit Account Ratio (2/2)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A0F451-6748-8F6D-62F5-1C14CF409BF3}"/>
              </a:ext>
            </a:extLst>
          </p:cNvPr>
          <p:cNvSpPr txBox="1"/>
          <p:nvPr/>
        </p:nvSpPr>
        <p:spPr>
          <a:xfrm>
            <a:off x="515840" y="2166058"/>
            <a:ext cx="8932959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Business Insight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Debit transactions slightly exceed credits.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Customers with consistently high debit activity require closer financial monitoring.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Such accounts may indicate cash-flow issues or heavy spending patterns. 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Recommendation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Implement spending alerts and personalized financial planning services for high-debit customers.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037A1E6-0B4C-5F58-4125-0893E9664967}"/>
              </a:ext>
            </a:extLst>
          </p:cNvPr>
          <p:cNvSpPr txBox="1"/>
          <p:nvPr/>
        </p:nvSpPr>
        <p:spPr>
          <a:xfrm>
            <a:off x="515840" y="1297886"/>
            <a:ext cx="941003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>
              <a:buNone/>
            </a:pPr>
            <a:r>
              <a:rPr lang="en-IN" sz="2000" dirty="0"/>
              <a:t>Identify customers spending significantly more than receiving.</a:t>
            </a:r>
          </a:p>
        </p:txBody>
      </p:sp>
    </p:spTree>
    <p:extLst>
      <p:ext uri="{BB962C8B-B14F-4D97-AF65-F5344CB8AC3E}">
        <p14:creationId xmlns:p14="http://schemas.microsoft.com/office/powerpoint/2010/main" val="17857423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50C37-1617-5120-155D-7F730350F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044F95B3-78ED-7FE6-8436-CE27335F4793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Loan Default (1/2) </a:t>
            </a:r>
            <a:endParaRPr lang="en-IN" kern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37157-0CD7-3972-3566-7F6A7C219E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137600"/>
            <a:ext cx="5456244" cy="367746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F0E8DB-E1FD-722B-B12C-B84219DE94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756" y="1137600"/>
            <a:ext cx="5680021" cy="36716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305263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4EE73-25DE-AF5B-A547-14CA002A3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CF5075F-7D21-0BF9-5610-2A4B17C84092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Loan Default (2/2) </a:t>
            </a:r>
            <a:endParaRPr lang="en-IN" kern="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750E02-58BF-193F-C8CD-D63406720D4B}"/>
              </a:ext>
            </a:extLst>
          </p:cNvPr>
          <p:cNvSpPr txBox="1"/>
          <p:nvPr/>
        </p:nvSpPr>
        <p:spPr>
          <a:xfrm>
            <a:off x="515841" y="1137600"/>
            <a:ext cx="8979342" cy="44012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>
              <a:buNone/>
            </a:pPr>
            <a:r>
              <a:rPr lang="en-IN" sz="2000" dirty="0"/>
              <a:t>Identify factors contributing to loan defaults.</a:t>
            </a:r>
          </a:p>
          <a:p>
            <a:pPr>
              <a:buNone/>
            </a:pPr>
            <a:r>
              <a:rPr lang="en-IN" sz="2000" dirty="0"/>
              <a:t>Dashboard Results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Total Loans: </a:t>
            </a:r>
            <a:r>
              <a:rPr lang="en-IN" sz="2000" b="1" dirty="0"/>
              <a:t>682</a:t>
            </a:r>
            <a:r>
              <a:rPr lang="en-IN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Default Rate: </a:t>
            </a:r>
            <a:r>
              <a:rPr lang="en-IN" sz="2000" b="1" dirty="0"/>
              <a:t>11.14%</a:t>
            </a:r>
            <a:r>
              <a:rPr lang="en-IN" sz="2000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Total Exposure: </a:t>
            </a:r>
            <a:r>
              <a:rPr lang="en-IN" sz="2000" b="1" dirty="0"/>
              <a:t>103 Million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Business Insight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Majority of loans are Active or Successfully Completed.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Only a small percentage fall into Default.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IN" sz="2000" dirty="0"/>
              <a:t>Existing lending policy appears effective. </a:t>
            </a:r>
          </a:p>
          <a:p>
            <a:pPr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Use predictive models to identify high-risk customers before loan approval.</a:t>
            </a:r>
          </a:p>
        </p:txBody>
      </p:sp>
    </p:spTree>
    <p:extLst>
      <p:ext uri="{BB962C8B-B14F-4D97-AF65-F5344CB8AC3E}">
        <p14:creationId xmlns:p14="http://schemas.microsoft.com/office/powerpoint/2010/main" val="56033924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1F8F33-0E35-176A-F881-7C5A5000F1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6BB09F2-3678-CB4B-3DD0-C1AAEB879010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District Banking Penetration (1/2)</a:t>
            </a:r>
            <a:endParaRPr lang="en-IN" kern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3EA6014-D425-0F91-5DA2-E6948F8E4B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867" y="1137600"/>
            <a:ext cx="5534968" cy="350275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B5E8D59-9543-5D56-8355-75E771B092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4264" y="1137600"/>
            <a:ext cx="5733427" cy="3631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08353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0BE70-CBC6-7037-6F90-37BB92E93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C20BF472-14FB-A95C-ED0D-953926BAED8D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District Banking Penetration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2F0DB99-20D0-01CE-16A5-0F02EC2E364F}"/>
              </a:ext>
            </a:extLst>
          </p:cNvPr>
          <p:cNvSpPr txBox="1"/>
          <p:nvPr/>
        </p:nvSpPr>
        <p:spPr>
          <a:xfrm>
            <a:off x="588727" y="1433974"/>
            <a:ext cx="9383533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Compare customer concentration across districts.</a:t>
            </a:r>
          </a:p>
          <a:p>
            <a:endParaRPr lang="en-IN" sz="2000" dirty="0"/>
          </a:p>
          <a:p>
            <a:pPr>
              <a:buNone/>
            </a:pPr>
            <a:r>
              <a:rPr lang="en-IN" sz="2000" b="1" dirty="0"/>
              <a:t>Business Insight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Prague district has the largest customer base.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Banking penetration differs significantly between districts.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Lower penetration indicates untapped market potential.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Launch localized campaigns and expand banking services in low-performing districts.</a:t>
            </a:r>
          </a:p>
        </p:txBody>
      </p:sp>
    </p:spTree>
    <p:extLst>
      <p:ext uri="{BB962C8B-B14F-4D97-AF65-F5344CB8AC3E}">
        <p14:creationId xmlns:p14="http://schemas.microsoft.com/office/powerpoint/2010/main" val="155889692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D17CD5-659F-BB64-4DEF-D47388517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DEBA911E-BD94-FB8C-067A-7D35112ACD17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Card Adoption Analysis (1/2)</a:t>
            </a:r>
            <a:endParaRPr lang="en-IN" kern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295312-4C82-9A02-F8D7-1ED77695D2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1137600"/>
            <a:ext cx="5126314" cy="268186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1624CFE-E526-FA64-307C-33323BEDF1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5423" y="865201"/>
            <a:ext cx="5677215" cy="295426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63A5F56-2241-4659-7C07-F23393BBC6B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2816" y="3819463"/>
            <a:ext cx="4945048" cy="2476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41224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381113-5BE8-E253-F907-50793BA3F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8600C457-5153-BC7B-93C7-268FEFA0AC82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Card Adoption Analysis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EC24456-4EB7-637E-8351-FD15B09835B3}"/>
              </a:ext>
            </a:extLst>
          </p:cNvPr>
          <p:cNvSpPr txBox="1"/>
          <p:nvPr/>
        </p:nvSpPr>
        <p:spPr>
          <a:xfrm>
            <a:off x="596347" y="1302099"/>
            <a:ext cx="926989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>
              <a:buNone/>
            </a:pPr>
            <a:r>
              <a:rPr lang="en-IN" sz="2000" dirty="0"/>
              <a:t>Understand card ownership among customers.</a:t>
            </a:r>
          </a:p>
          <a:p>
            <a:pPr>
              <a:buNone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Business Insight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Card adoption varies across customer groups.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Active customers generally have higher product usage.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Cross-selling opportunities exist for customers without cards. </a:t>
            </a:r>
          </a:p>
          <a:p>
            <a:endParaRPr lang="en-IN" sz="2000" dirty="0"/>
          </a:p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Offer promotional credit/debit card campaigns for eligible account holders.</a:t>
            </a:r>
          </a:p>
        </p:txBody>
      </p:sp>
    </p:spTree>
    <p:extLst>
      <p:ext uri="{BB962C8B-B14F-4D97-AF65-F5344CB8AC3E}">
        <p14:creationId xmlns:p14="http://schemas.microsoft.com/office/powerpoint/2010/main" val="16557685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CD848-4AFC-4A6F-083D-3C6B2501B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58D8E1E-1526-67C0-7500-AC0E6A156699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Dormant Account Analysis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53957F-49D7-E90F-38B6-CBD687308943}"/>
              </a:ext>
            </a:extLst>
          </p:cNvPr>
          <p:cNvSpPr txBox="1"/>
          <p:nvPr/>
        </p:nvSpPr>
        <p:spPr>
          <a:xfrm>
            <a:off x="588728" y="1376139"/>
            <a:ext cx="874643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>
              <a:buNone/>
            </a:pPr>
            <a:r>
              <a:rPr lang="en-IN" sz="2000" dirty="0"/>
              <a:t>Identify inactive customers.</a:t>
            </a:r>
          </a:p>
          <a:p>
            <a:pPr>
              <a:buNone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Business Insight</a:t>
            </a:r>
          </a:p>
          <a:p>
            <a:pPr>
              <a:buNone/>
            </a:pPr>
            <a:r>
              <a:rPr lang="en-IN" sz="2000" dirty="0"/>
              <a:t>No dormant accounts were identified after data cleaning and analysis.</a:t>
            </a:r>
          </a:p>
          <a:p>
            <a:pPr>
              <a:buNone/>
            </a:pPr>
            <a:r>
              <a:rPr lang="en-IN" sz="2000" dirty="0"/>
              <a:t>This indicates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Healthy customer engagement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Active banking relationships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Reliable transaction records </a:t>
            </a:r>
          </a:p>
          <a:p>
            <a:endParaRPr lang="en-IN" sz="2000" dirty="0"/>
          </a:p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Continue monitoring inactive accounts periodically.</a:t>
            </a:r>
          </a:p>
        </p:txBody>
      </p:sp>
    </p:spTree>
    <p:extLst>
      <p:ext uri="{BB962C8B-B14F-4D97-AF65-F5344CB8AC3E}">
        <p14:creationId xmlns:p14="http://schemas.microsoft.com/office/powerpoint/2010/main" val="322218891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9376E3-4D3C-7EE8-E053-F813C0632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EA88556F-0227-DBB5-0DA3-7538A9C40D16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Transaction Trend Analysis (1/2)</a:t>
            </a:r>
            <a:endParaRPr lang="en-IN" kern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DF783FB-109A-5B1F-B8FC-24AFABD710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9035" y="3575226"/>
            <a:ext cx="5326965" cy="271205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8B99C2A-01F8-97F2-77EA-49F48D0915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9465" y="1137600"/>
            <a:ext cx="4925449" cy="467310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92774C62-68D6-BBD6-3978-86DA9A4B4E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968" y="1082620"/>
            <a:ext cx="5664032" cy="23463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422250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DB4612-8243-F6A0-19CD-E0B8F6A4E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A629259D-49F8-A060-0F24-8036A4657F6E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Transaction Trend Analysis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947CF3-9162-2334-40FF-3602F401F37A}"/>
              </a:ext>
            </a:extLst>
          </p:cNvPr>
          <p:cNvSpPr txBox="1"/>
          <p:nvPr/>
        </p:nvSpPr>
        <p:spPr>
          <a:xfrm>
            <a:off x="516261" y="1210487"/>
            <a:ext cx="8958469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Business Insight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Transaction volume remains consistent throughout the year.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Interest credits represent the most frequent transaction operation.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Digital banking activity is increasing steadily.</a:t>
            </a:r>
          </a:p>
          <a:p>
            <a:endParaRPr lang="en-IN" sz="2000" dirty="0"/>
          </a:p>
          <a:p>
            <a:pPr>
              <a:buNone/>
            </a:pPr>
            <a:r>
              <a:rPr lang="en-IN" sz="2000" b="1" dirty="0"/>
              <a:t>Recommendation</a:t>
            </a:r>
          </a:p>
          <a:p>
            <a:pPr>
              <a:buNone/>
            </a:pPr>
            <a:r>
              <a:rPr lang="en-IN" sz="2000" dirty="0"/>
              <a:t>Expand digital banking services and encourage electronic payments.</a:t>
            </a:r>
          </a:p>
        </p:txBody>
      </p:sp>
    </p:spTree>
    <p:extLst>
      <p:ext uri="{BB962C8B-B14F-4D97-AF65-F5344CB8AC3E}">
        <p14:creationId xmlns:p14="http://schemas.microsoft.com/office/powerpoint/2010/main" val="115597826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380FC9-C0BF-15B4-A189-5555A7920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FC18766B-D2C8-69B6-A358-D347744345B0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Predictive Analytics (1/3)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5F5BB9A-D517-9BF8-64CA-60E8ACA59FEF}"/>
              </a:ext>
            </a:extLst>
          </p:cNvPr>
          <p:cNvSpPr txBox="1"/>
          <p:nvPr/>
        </p:nvSpPr>
        <p:spPr>
          <a:xfrm>
            <a:off x="515841" y="1256870"/>
            <a:ext cx="6149008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Objective</a:t>
            </a:r>
          </a:p>
          <a:p>
            <a:pPr>
              <a:buNone/>
            </a:pPr>
            <a:r>
              <a:rPr lang="en-IN" sz="2000" dirty="0"/>
              <a:t>Predict Loan Default using Machine Learning.</a:t>
            </a:r>
          </a:p>
          <a:p>
            <a:pPr>
              <a:buNone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Model Used</a:t>
            </a:r>
          </a:p>
          <a:p>
            <a:pPr>
              <a:buNone/>
            </a:pPr>
            <a:r>
              <a:rPr lang="en-IN" sz="2000" dirty="0"/>
              <a:t>Logistic Regression</a:t>
            </a:r>
          </a:p>
          <a:p>
            <a:pPr>
              <a:buNone/>
            </a:pPr>
            <a:endParaRPr lang="en-IN" sz="2000" dirty="0"/>
          </a:p>
          <a:p>
            <a:pPr>
              <a:buNone/>
            </a:pPr>
            <a:r>
              <a:rPr lang="en-IN" sz="2000" b="1" dirty="0"/>
              <a:t>Workflow</a:t>
            </a:r>
          </a:p>
          <a:p>
            <a:pPr>
              <a:buNone/>
            </a:pPr>
            <a:endParaRPr lang="en-IN" sz="2000" dirty="0"/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7E59D929-279D-A420-0EC4-A1127AB9233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12901322"/>
              </p:ext>
            </p:extLst>
          </p:nvPr>
        </p:nvGraphicFramePr>
        <p:xfrm>
          <a:off x="871658" y="3600753"/>
          <a:ext cx="8128000" cy="113760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03946595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A22EA-4893-EEFA-78CF-078BD0EB5B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F18B36EA-82F2-202A-F4FB-360A275787DE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Predictive Analytics (2/3)</a:t>
            </a:r>
            <a:endParaRPr lang="en-IN" kern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B4A34A1-8BB0-4272-E82A-8AF98C0C94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903" y="1539084"/>
            <a:ext cx="4925881" cy="209329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5599EAEE-40FA-DDB8-9176-99EBDC4074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0902" y="1403551"/>
            <a:ext cx="5192194" cy="40508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5143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4F1CEB-F199-40FF-171F-AAF4CABDD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77440DB-1D37-73E0-DCFB-B6315B251FFE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Predictive Analytics (3/3)</a:t>
            </a:r>
            <a:endParaRPr lang="en-IN" kern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EE2230-FD2B-4AD2-B390-299FE2D116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300" y="1663261"/>
            <a:ext cx="4051268" cy="360112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6164D1F-7C5A-F0FF-4238-0A93BE3762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5984" y="1158043"/>
            <a:ext cx="6096528" cy="4541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146240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8C83F-52AC-777C-A10A-F2C09AEBB3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2B866796-0B76-1A90-352E-E37B9D986ADA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Why Logistic Regression?</a:t>
            </a:r>
            <a:endParaRPr lang="en-IN" b="0" kern="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97F1B09-5598-2D78-7D6D-2A629BCE96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8004731"/>
              </p:ext>
            </p:extLst>
          </p:nvPr>
        </p:nvGraphicFramePr>
        <p:xfrm>
          <a:off x="660399" y="1395526"/>
          <a:ext cx="10675200" cy="4140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37600">
                  <a:extLst>
                    <a:ext uri="{9D8B030D-6E8A-4147-A177-3AD203B41FA5}">
                      <a16:colId xmlns:a16="http://schemas.microsoft.com/office/drawing/2014/main" val="3789393472"/>
                    </a:ext>
                  </a:extLst>
                </a:gridCol>
                <a:gridCol w="5337600">
                  <a:extLst>
                    <a:ext uri="{9D8B030D-6E8A-4147-A177-3AD203B41FA5}">
                      <a16:colId xmlns:a16="http://schemas.microsoft.com/office/drawing/2014/main" val="1846469103"/>
                    </a:ext>
                  </a:extLst>
                </a:gridCol>
              </a:tblGrid>
              <a:tr h="59230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b="1" dirty="0"/>
                        <a:t>Advantages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IN" sz="2000" b="1" dirty="0"/>
                        <a:t>Business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1666"/>
                  </a:ext>
                </a:extLst>
              </a:tr>
              <a:tr h="3547833">
                <a:tc>
                  <a:txBody>
                    <a:bodyPr/>
                    <a:lstStyle/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Easy to interpret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Fast training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Suitable for binary classification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Low computational cost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Good baseline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Helps the bank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Reduce loan defaults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Improve credit approval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Minimize financial risk </a:t>
                      </a:r>
                    </a:p>
                    <a:p>
                      <a:pPr marL="457200" lvl="0" indent="-457200" algn="l">
                        <a:buFont typeface="+mj-lt"/>
                        <a:buAutoNum type="arabicPeriod"/>
                      </a:pPr>
                      <a:r>
                        <a:rPr lang="en-IN" sz="2000" dirty="0"/>
                        <a:t>Increase profitability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06234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228534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C4FE6-194B-F934-E890-C86925557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545C654-8A80-61C2-03CC-BC1EDCF199C9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Power BI Dashboard Overview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219573-FD18-3202-5462-4F8792076525}"/>
              </a:ext>
            </a:extLst>
          </p:cNvPr>
          <p:cNvSpPr txBox="1"/>
          <p:nvPr/>
        </p:nvSpPr>
        <p:spPr>
          <a:xfrm>
            <a:off x="596347" y="1220642"/>
            <a:ext cx="10270436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Dashboard Pages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Customer Analytics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Loan Analytics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Transaction Analytics </a:t>
            </a:r>
          </a:p>
          <a:p>
            <a:endParaRPr lang="en-IN" sz="2000" dirty="0"/>
          </a:p>
          <a:p>
            <a:pPr>
              <a:buNone/>
            </a:pPr>
            <a:r>
              <a:rPr lang="en-IN" sz="2000" b="1" dirty="0"/>
              <a:t>Purpose</a:t>
            </a:r>
          </a:p>
          <a:p>
            <a:pPr>
              <a:buNone/>
            </a:pPr>
            <a:r>
              <a:rPr lang="en-IN" sz="2000" dirty="0"/>
              <a:t>Provide interactive monitoring of banking KPIs through dynamic filters and visualizations.</a:t>
            </a:r>
          </a:p>
        </p:txBody>
      </p:sp>
    </p:spTree>
    <p:extLst>
      <p:ext uri="{BB962C8B-B14F-4D97-AF65-F5344CB8AC3E}">
        <p14:creationId xmlns:p14="http://schemas.microsoft.com/office/powerpoint/2010/main" val="280587515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3E27-9EE2-EDC3-A892-7406E1666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6F9129BD-BD53-AC69-5FE2-FFD832879617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Customer Dashboard (1/2)</a:t>
            </a:r>
            <a:endParaRPr lang="en-IN" kern="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8F19FF-9FE7-A461-C873-E235C237E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1035190"/>
            <a:ext cx="9432556" cy="528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640619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5A64C7-86D7-3836-3C34-44EAA66FD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8E6B6B-DF3E-06FF-150A-65985BE9184F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Customer Dashboard Insights (2/2)</a:t>
            </a:r>
            <a:endParaRPr lang="en-IN" kern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FAA0E9-17C5-72FA-C0F3-EF1EFEE1A661}"/>
              </a:ext>
            </a:extLst>
          </p:cNvPr>
          <p:cNvSpPr txBox="1"/>
          <p:nvPr/>
        </p:nvSpPr>
        <p:spPr>
          <a:xfrm>
            <a:off x="608605" y="1137600"/>
            <a:ext cx="106751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CAC124-94B3-EC86-FFDA-2EAED97EC5B6}"/>
              </a:ext>
            </a:extLst>
          </p:cNvPr>
          <p:cNvSpPr txBox="1"/>
          <p:nvPr/>
        </p:nvSpPr>
        <p:spPr>
          <a:xfrm>
            <a:off x="767952" y="4730056"/>
            <a:ext cx="1051585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Recommendation</a:t>
            </a:r>
            <a:r>
              <a:rPr lang="en-IN" dirty="0"/>
              <a:t> </a:t>
            </a:r>
          </a:p>
          <a:p>
            <a:r>
              <a:rPr lang="en-IN" dirty="0"/>
              <a:t>Expand into lower-penetration districts, attract younger customers, and increase cross-selling to existing account holders.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D3E801-4283-1F61-FA07-6A29C7E9B143}"/>
              </a:ext>
            </a:extLst>
          </p:cNvPr>
          <p:cNvSpPr txBox="1"/>
          <p:nvPr/>
        </p:nvSpPr>
        <p:spPr>
          <a:xfrm>
            <a:off x="701027" y="1537710"/>
            <a:ext cx="1106755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The bank serves </a:t>
            </a:r>
            <a:r>
              <a:rPr lang="en-IN" sz="2000" b="1" dirty="0"/>
              <a:t>5,369 customers</a:t>
            </a:r>
            <a:r>
              <a:rPr lang="en-IN" sz="2000" dirty="0"/>
              <a:t> with an average age of </a:t>
            </a:r>
            <a:r>
              <a:rPr lang="en-IN" sz="2000" b="1" dirty="0"/>
              <a:t>45 years</a:t>
            </a:r>
            <a:r>
              <a:rPr lang="en-IN" sz="2000" dirty="0"/>
              <a:t>, indicating a mature and stable customer base.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 Customer distribution is well balanced between </a:t>
            </a:r>
            <a:r>
              <a:rPr lang="en-IN" sz="2000" b="1" dirty="0"/>
              <a:t>male (50.74%) and female (49.26%)</a:t>
            </a:r>
            <a:r>
              <a:rPr lang="en-IN" sz="2000" dirty="0"/>
              <a:t>, reducing reliance on a single demographic.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Customers are concentrated in the </a:t>
            </a:r>
            <a:r>
              <a:rPr lang="en-IN" sz="2000" b="1" dirty="0"/>
              <a:t>26–55 age group</a:t>
            </a:r>
            <a:r>
              <a:rPr lang="en-IN" sz="2000" dirty="0"/>
              <a:t>, highlighting strong penetration among economically active individuals.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b="1" dirty="0"/>
              <a:t>Prague</a:t>
            </a:r>
            <a:r>
              <a:rPr lang="en-IN" sz="2000" dirty="0"/>
              <a:t> has the highest customer concentration, making it the bank's strongest market.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IN" sz="2000" dirty="0"/>
              <a:t>Account ownership is evenly split across </a:t>
            </a:r>
            <a:r>
              <a:rPr lang="en-IN" sz="2000" b="1" dirty="0"/>
              <a:t>Savings, Salary, and NRI accounts</a:t>
            </a:r>
            <a:r>
              <a:rPr lang="en-IN" sz="2000" dirty="0"/>
              <a:t>, indicating a diversified customer portfolio. </a:t>
            </a:r>
          </a:p>
        </p:txBody>
      </p:sp>
    </p:spTree>
    <p:extLst>
      <p:ext uri="{BB962C8B-B14F-4D97-AF65-F5344CB8AC3E}">
        <p14:creationId xmlns:p14="http://schemas.microsoft.com/office/powerpoint/2010/main" val="354893513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0DA5C3-3D3F-41BD-C9DB-5CB52E8F7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0CBF1FD5-E889-DE7A-641C-5E6A3F94B41C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Transaction Dashboard (1/2)</a:t>
            </a:r>
            <a:endParaRPr lang="en-IN" kern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1A870E0-DB1A-D5E5-2F5F-50A01EE8C4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1267" y="1067968"/>
            <a:ext cx="9295254" cy="5213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400376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4BFCD-F027-1E42-F011-AAEB524E6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90B7D349-7A81-F082-E627-D1D4EFB8087F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Transaction Dashboard Insights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E617F5-A7D3-FF1E-85E4-21DC643077AD}"/>
              </a:ext>
            </a:extLst>
          </p:cNvPr>
          <p:cNvSpPr txBox="1"/>
          <p:nvPr/>
        </p:nvSpPr>
        <p:spPr>
          <a:xfrm>
            <a:off x="515841" y="1137600"/>
            <a:ext cx="106752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Customers completed </a:t>
            </a:r>
            <a:r>
              <a:rPr lang="en-IN" sz="2000" b="1" dirty="0"/>
              <a:t>1.05 million transactions</a:t>
            </a:r>
            <a:r>
              <a:rPr lang="en-IN" sz="2000" dirty="0"/>
              <a:t> with an average transaction value of </a:t>
            </a:r>
            <a:r>
              <a:rPr lang="en-IN" sz="2000" b="1" dirty="0"/>
              <a:t>5,942 </a:t>
            </a:r>
            <a:r>
              <a:rPr lang="en-IN" sz="2000" b="1" dirty="0" err="1"/>
              <a:t>Kč</a:t>
            </a:r>
            <a:r>
              <a:rPr lang="en-IN" sz="2000" dirty="0"/>
              <a:t>, demonstrating strong customer engagement.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Total Credit (3.22 bn </a:t>
            </a:r>
            <a:r>
              <a:rPr lang="en-IN" sz="2000" b="1" dirty="0" err="1"/>
              <a:t>Kč</a:t>
            </a:r>
            <a:r>
              <a:rPr lang="en-IN" sz="2000" b="1" dirty="0"/>
              <a:t>)</a:t>
            </a:r>
            <a:r>
              <a:rPr lang="en-IN" sz="2000" dirty="0"/>
              <a:t> is slightly higher than </a:t>
            </a:r>
            <a:r>
              <a:rPr lang="en-IN" sz="2000" b="1" dirty="0"/>
              <a:t>Total Debit (3.01 bn </a:t>
            </a:r>
            <a:r>
              <a:rPr lang="en-IN" sz="2000" b="1" dirty="0" err="1"/>
              <a:t>Kč</a:t>
            </a:r>
            <a:r>
              <a:rPr lang="en-IN" sz="2000" b="1" dirty="0"/>
              <a:t>)</a:t>
            </a:r>
            <a:r>
              <a:rPr lang="en-IN" sz="2000" dirty="0"/>
              <a:t>, supporting a healthy liquidity position.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Cash withdrawals</a:t>
            </a:r>
            <a:r>
              <a:rPr lang="en-IN" sz="2000" dirty="0"/>
              <a:t> are the most common transaction type, indicating continued dependence on cash.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Transaction volumes have grown steadily from </a:t>
            </a:r>
            <a:r>
              <a:rPr lang="en-IN" sz="2000" b="1" dirty="0"/>
              <a:t>2016 to 2021</a:t>
            </a:r>
            <a:r>
              <a:rPr lang="en-IN" sz="2000" dirty="0"/>
              <a:t>, reflecting increasing customer activity.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A large share of transaction purposes is recorded as </a:t>
            </a:r>
            <a:r>
              <a:rPr lang="en-IN" sz="2000" b="1" dirty="0"/>
              <a:t>Blank</a:t>
            </a:r>
            <a:r>
              <a:rPr lang="en-IN" sz="2000" dirty="0"/>
              <a:t>, suggesting an opportunity to improve transaction data quality. 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A632881-4C2F-65C8-BA73-C9D5C6638CD0}"/>
              </a:ext>
            </a:extLst>
          </p:cNvPr>
          <p:cNvSpPr txBox="1"/>
          <p:nvPr/>
        </p:nvSpPr>
        <p:spPr>
          <a:xfrm>
            <a:off x="515841" y="4563962"/>
            <a:ext cx="1047839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Recommendation</a:t>
            </a:r>
            <a:endParaRPr lang="en-IN" sz="2000" dirty="0"/>
          </a:p>
          <a:p>
            <a:pPr>
              <a:buNone/>
            </a:pPr>
            <a:r>
              <a:rPr lang="en-IN" sz="2000" dirty="0"/>
              <a:t>Encourage digital payments, improve transaction purpose capture, and continue promoting electronic banking.</a:t>
            </a:r>
          </a:p>
        </p:txBody>
      </p:sp>
    </p:spTree>
    <p:extLst>
      <p:ext uri="{BB962C8B-B14F-4D97-AF65-F5344CB8AC3E}">
        <p14:creationId xmlns:p14="http://schemas.microsoft.com/office/powerpoint/2010/main" val="116728185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9E1F51-0250-8B9B-0C41-C458C2E7AC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038E2E24-9960-1CB7-CC00-08A8C156F7B3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Product Analysis (1/2)</a:t>
            </a:r>
            <a:endParaRPr lang="en-IN" kern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A235F70-4E44-C495-5AD7-C428033AE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1022951"/>
            <a:ext cx="9428259" cy="52861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21318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BE3AE3-6AFD-2AD4-D981-CA750E3375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B77642AC-4D7D-BF2E-EBD4-4C0D73E1CD89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Product Analysis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E400390-AEA2-1AF5-434A-A937F7291E7E}"/>
              </a:ext>
            </a:extLst>
          </p:cNvPr>
          <p:cNvSpPr txBox="1"/>
          <p:nvPr/>
        </p:nvSpPr>
        <p:spPr>
          <a:xfrm>
            <a:off x="515840" y="1241816"/>
            <a:ext cx="106752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2000" b="1" dirty="0"/>
              <a:t>Key 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bank manages </a:t>
            </a:r>
            <a:r>
              <a:rPr lang="en-IN" sz="2000" b="1" dirty="0"/>
              <a:t>4,500 accounts</a:t>
            </a:r>
            <a:r>
              <a:rPr lang="en-IN" sz="2000" dirty="0"/>
              <a:t> and </a:t>
            </a:r>
            <a:r>
              <a:rPr lang="en-IN" sz="2000" b="1" dirty="0"/>
              <a:t>429 cards</a:t>
            </a:r>
            <a:r>
              <a:rPr lang="en-IN" sz="2000" dirty="0"/>
              <a:t>, but </a:t>
            </a:r>
            <a:r>
              <a:rPr lang="en-IN" sz="2000" b="1" dirty="0"/>
              <a:t>card penetration is only 19.82%</a:t>
            </a:r>
            <a:r>
              <a:rPr lang="en-IN" sz="2000" dirty="0"/>
              <a:t>, leaving significant growth potential.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Savings, Salary, and NRI accounts</a:t>
            </a:r>
            <a:r>
              <a:rPr lang="en-IN" sz="2000" dirty="0"/>
              <a:t> contribute almost equally, indicating a balanced product portfolio.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Classic cards</a:t>
            </a:r>
            <a:r>
              <a:rPr lang="en-IN" sz="2000" dirty="0"/>
              <a:t> dominate the portfolio, while premium products remain underutilized.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Monthly statements</a:t>
            </a:r>
            <a:r>
              <a:rPr lang="en-IN" sz="2000" dirty="0"/>
              <a:t> are preferred by most customers, showing a clear customer communication preference.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Card issuance increased significantly over the years, reflecting growing product adoption.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81CFFD-F025-9986-5D27-4E56BFE4DF9D}"/>
              </a:ext>
            </a:extLst>
          </p:cNvPr>
          <p:cNvSpPr txBox="1"/>
          <p:nvPr/>
        </p:nvSpPr>
        <p:spPr>
          <a:xfrm>
            <a:off x="515840" y="4306786"/>
            <a:ext cx="1054060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Recommendation</a:t>
            </a:r>
          </a:p>
          <a:p>
            <a:r>
              <a:rPr lang="en-IN" sz="2000" dirty="0"/>
              <a:t>Increase card penetration through bundled offers and promote premium card products to eligible customers.</a:t>
            </a:r>
          </a:p>
        </p:txBody>
      </p:sp>
    </p:spTree>
    <p:extLst>
      <p:ext uri="{BB962C8B-B14F-4D97-AF65-F5344CB8AC3E}">
        <p14:creationId xmlns:p14="http://schemas.microsoft.com/office/powerpoint/2010/main" val="1810362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F22E6D-9CD9-9E4A-3368-0805081D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EE4B8AD2-734D-9B64-F235-D1328C11B874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Loan Analysis (1/2)</a:t>
            </a:r>
            <a:endParaRPr lang="en-IN" kern="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16A3CAA-B3F7-D0A3-2323-FF93F78ABA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1" y="1137600"/>
            <a:ext cx="9249665" cy="5191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779063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9C050-8009-DD5E-0434-460B94BE0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BC97A67D-6199-0C49-7603-F1B3CBA205FE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Loan Analysis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561B9DB-72EC-2C28-1D1F-A474130D164F}"/>
              </a:ext>
            </a:extLst>
          </p:cNvPr>
          <p:cNvSpPr txBox="1"/>
          <p:nvPr/>
        </p:nvSpPr>
        <p:spPr>
          <a:xfrm>
            <a:off x="515840" y="1241816"/>
            <a:ext cx="1079986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Key 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bank has issued </a:t>
            </a:r>
            <a:r>
              <a:rPr lang="en-IN" sz="2000" b="1" dirty="0"/>
              <a:t>682 loans</a:t>
            </a:r>
            <a:r>
              <a:rPr lang="en-IN" sz="2000" dirty="0"/>
              <a:t> </a:t>
            </a:r>
            <a:r>
              <a:rPr lang="en-IN" sz="2000" dirty="0" err="1"/>
              <a:t>totaling</a:t>
            </a:r>
            <a:r>
              <a:rPr lang="en-IN" sz="2000" dirty="0"/>
              <a:t> </a:t>
            </a:r>
            <a:r>
              <a:rPr lang="en-IN" sz="2000" b="1" dirty="0"/>
              <a:t>103 million </a:t>
            </a:r>
            <a:r>
              <a:rPr lang="en-IN" sz="2000" b="1" dirty="0" err="1"/>
              <a:t>Kč</a:t>
            </a:r>
            <a:r>
              <a:rPr lang="en-IN" sz="2000" dirty="0"/>
              <a:t>, with an average loan size of </a:t>
            </a:r>
            <a:r>
              <a:rPr lang="en-IN" sz="2000" b="1" dirty="0"/>
              <a:t>151.41K </a:t>
            </a:r>
            <a:r>
              <a:rPr lang="en-IN" sz="2000" b="1" dirty="0" err="1"/>
              <a:t>Kč</a:t>
            </a:r>
            <a:r>
              <a:rPr lang="en-IN" sz="2000" dirty="0"/>
              <a:t>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</a:t>
            </a:r>
            <a:r>
              <a:rPr lang="en-IN" sz="2000" b="1" dirty="0"/>
              <a:t>default rate is 11.14%</a:t>
            </a:r>
            <a:r>
              <a:rPr lang="en-IN" sz="2000" dirty="0"/>
              <a:t>, meaning nearly </a:t>
            </a:r>
            <a:r>
              <a:rPr lang="en-IN" sz="2000" b="1" dirty="0"/>
              <a:t>89% of loans are performing</a:t>
            </a:r>
            <a:r>
              <a:rPr lang="en-IN" sz="2000" dirty="0"/>
              <a:t>, indicating a healthy loan portfolio.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Most loans are either </a:t>
            </a:r>
            <a:r>
              <a:rPr lang="en-IN" sz="2000" b="1" dirty="0"/>
              <a:t>Active</a:t>
            </a:r>
            <a:r>
              <a:rPr lang="en-IN" sz="2000" dirty="0"/>
              <a:t> or </a:t>
            </a:r>
            <a:r>
              <a:rPr lang="en-IN" sz="2000" b="1" dirty="0"/>
              <a:t>Completed Successfully</a:t>
            </a:r>
            <a:r>
              <a:rPr lang="en-IN" sz="2000" dirty="0"/>
              <a:t>, demonstrating effective credit management.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Loan disbursements increased over time before peaking, showing strong historical lending growth.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Defaults represent a relatively small share of the overall portfolio.</a:t>
            </a:r>
          </a:p>
          <a:p>
            <a:r>
              <a:rPr lang="en-IN" sz="2000" dirty="0"/>
              <a:t> </a:t>
            </a:r>
          </a:p>
          <a:p>
            <a:r>
              <a:rPr lang="en-IN" sz="2000" b="1" dirty="0"/>
              <a:t>Recommendation</a:t>
            </a:r>
            <a:r>
              <a:rPr lang="en-IN" sz="2000" dirty="0"/>
              <a:t> </a:t>
            </a:r>
          </a:p>
          <a:p>
            <a:r>
              <a:rPr lang="en-IN" sz="2000" dirty="0"/>
              <a:t>Strengthen early risk monitoring while expanding lending to low-risk customer segments.</a:t>
            </a:r>
          </a:p>
        </p:txBody>
      </p:sp>
    </p:spTree>
    <p:extLst>
      <p:ext uri="{BB962C8B-B14F-4D97-AF65-F5344CB8AC3E}">
        <p14:creationId xmlns:p14="http://schemas.microsoft.com/office/powerpoint/2010/main" val="358957549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828D3A-DB4A-F4D3-ADA8-919B837E0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3E7E1050-3C0E-BB0E-5625-B3D0EFBED461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Regional Market Analysis (1/2)</a:t>
            </a:r>
            <a:endParaRPr lang="en-IN" kern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03FFCE-203C-8A8D-4C7D-156E2AA05B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7228" y="1137599"/>
            <a:ext cx="9232572" cy="5194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1160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715E-3A38-920D-0172-25330DC0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1A0C7DB6-D83C-5BC5-2FB0-7440DEA61233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Regional Market Analysis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94EF3-55CD-C2FE-B934-EDAE72E56E60}"/>
              </a:ext>
            </a:extLst>
          </p:cNvPr>
          <p:cNvSpPr txBox="1"/>
          <p:nvPr/>
        </p:nvSpPr>
        <p:spPr>
          <a:xfrm>
            <a:off x="515840" y="1241816"/>
            <a:ext cx="106752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Key 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bank serves customers across </a:t>
            </a:r>
            <a:r>
              <a:rPr lang="en-IN" sz="2000" b="1" dirty="0"/>
              <a:t>77 districts</a:t>
            </a:r>
            <a:r>
              <a:rPr lang="en-IN" sz="2000" dirty="0"/>
              <a:t>, providing broad regional coverage.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North Moravia</a:t>
            </a:r>
            <a:r>
              <a:rPr lang="en-IN" sz="2000" dirty="0"/>
              <a:t> and </a:t>
            </a:r>
            <a:r>
              <a:rPr lang="en-IN" sz="2000" b="1" dirty="0"/>
              <a:t>South Moravia</a:t>
            </a:r>
            <a:r>
              <a:rPr lang="en-IN" sz="2000" dirty="0"/>
              <a:t> have the highest customer base, making them the bank's strongest regional markets.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South Bohemia</a:t>
            </a:r>
            <a:r>
              <a:rPr lang="en-IN" sz="2000" dirty="0"/>
              <a:t> has the lowest customer base, indicating an opportunity for expansion.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Average regional salary is </a:t>
            </a:r>
            <a:r>
              <a:rPr lang="en-IN" sz="2000" b="1" dirty="0"/>
              <a:t>12,541 </a:t>
            </a:r>
            <a:r>
              <a:rPr lang="en-IN" sz="2000" b="1" dirty="0" err="1"/>
              <a:t>Kč</a:t>
            </a:r>
            <a:r>
              <a:rPr lang="en-IN" sz="2000" dirty="0"/>
              <a:t>, supporting stable banking demand.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Customer, account, and loan distribution are closely aligned across regions, reflecting balanced market penetration.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IN" sz="2000" dirty="0"/>
          </a:p>
          <a:p>
            <a:r>
              <a:rPr lang="en-IN" sz="2000" b="1" dirty="0"/>
              <a:t>Recommendation:</a:t>
            </a:r>
            <a:r>
              <a:rPr lang="en-IN" sz="2000" dirty="0"/>
              <a:t> Focus acquisition campaigns in underperforming regions while strengthening services in high-growth markets.</a:t>
            </a:r>
          </a:p>
        </p:txBody>
      </p:sp>
    </p:spTree>
    <p:extLst>
      <p:ext uri="{BB962C8B-B14F-4D97-AF65-F5344CB8AC3E}">
        <p14:creationId xmlns:p14="http://schemas.microsoft.com/office/powerpoint/2010/main" val="16386772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2C357-603A-0280-DF30-DE63DAC1E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7DB8E2BA-CB7F-863D-3B17-250812097DBE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Diagnostic Analysis (1/2)</a:t>
            </a:r>
            <a:endParaRPr lang="en-IN" kern="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0574FEF-8911-10DC-0679-815C7F3B4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097" y="1137600"/>
            <a:ext cx="9237703" cy="5181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7615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DC3602-82E8-9ACE-C87A-C2EB1B86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488649FD-F3FC-4702-C42F-BF2223CC4963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Diagnostic Analysis (2/2)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9D04F03-CA79-4E75-977A-0F473CEB9349}"/>
              </a:ext>
            </a:extLst>
          </p:cNvPr>
          <p:cNvSpPr txBox="1"/>
          <p:nvPr/>
        </p:nvSpPr>
        <p:spPr>
          <a:xfrm>
            <a:off x="515840" y="1241816"/>
            <a:ext cx="106752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Key Insights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Total loan exposure is </a:t>
            </a:r>
            <a:r>
              <a:rPr lang="en-IN" sz="2000" b="1" dirty="0"/>
              <a:t>103 million </a:t>
            </a:r>
            <a:r>
              <a:rPr lang="en-IN" sz="2000" b="1" dirty="0" err="1"/>
              <a:t>Kč</a:t>
            </a:r>
            <a:r>
              <a:rPr lang="en-IN" sz="2000" dirty="0"/>
              <a:t>, with </a:t>
            </a:r>
            <a:r>
              <a:rPr lang="en-IN" sz="2000" b="1" dirty="0"/>
              <a:t>Active loans accounting for 69 million </a:t>
            </a:r>
            <a:r>
              <a:rPr lang="en-IN" sz="2000" b="1" dirty="0" err="1"/>
              <a:t>Kč</a:t>
            </a:r>
            <a:r>
              <a:rPr lang="en-IN" sz="2000" dirty="0"/>
              <a:t>, indicating a productive lending portfolio.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</a:t>
            </a:r>
            <a:r>
              <a:rPr lang="en-IN" sz="2000" b="1" dirty="0"/>
              <a:t>11.14% default rate</a:t>
            </a:r>
            <a:r>
              <a:rPr lang="en-IN" sz="2000" dirty="0"/>
              <a:t> remains manageable relative to the total loan book.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South Moravia</a:t>
            </a:r>
            <a:r>
              <a:rPr lang="en-IN" sz="2000" dirty="0"/>
              <a:t> contributes the highest loan exposure, making it a strategically important region.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The </a:t>
            </a:r>
            <a:r>
              <a:rPr lang="en-IN" sz="2000" b="1" dirty="0"/>
              <a:t>Credit-to-Deposit ratio of 1.07</a:t>
            </a:r>
            <a:r>
              <a:rPr lang="en-IN" sz="2000" dirty="0"/>
              <a:t> indicates efficient utilization of deposits for lending while requiring ongoing liquidity monitoring.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Most exposure is concentrated in performing loans, demonstrating sound portfolio quality. </a:t>
            </a:r>
          </a:p>
          <a:p>
            <a:endParaRPr lang="en-IN" sz="2000" dirty="0"/>
          </a:p>
          <a:p>
            <a:r>
              <a:rPr lang="en-IN" sz="2000" b="1" dirty="0"/>
              <a:t>Recommendation</a:t>
            </a:r>
            <a:endParaRPr lang="en-IN" sz="2000" dirty="0"/>
          </a:p>
          <a:p>
            <a:r>
              <a:rPr lang="en-IN" sz="2000" dirty="0"/>
              <a:t>Maintain strong credit risk controls, increase deposit mobilization, and closely monitor high-exposure regions.</a:t>
            </a:r>
          </a:p>
        </p:txBody>
      </p:sp>
    </p:spTree>
    <p:extLst>
      <p:ext uri="{BB962C8B-B14F-4D97-AF65-F5344CB8AC3E}">
        <p14:creationId xmlns:p14="http://schemas.microsoft.com/office/powerpoint/2010/main" val="2066027679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7B1B87-D8A1-746F-94D8-D7F95B505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C9A3224-1B63-8E12-853B-242E1B8FB812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US" kern="0" dirty="0"/>
              <a:t>Overall Business Insights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AC4AA61-437B-6E07-086B-D25F3AF0668C}"/>
              </a:ext>
            </a:extLst>
          </p:cNvPr>
          <p:cNvSpPr txBox="1"/>
          <p:nvPr/>
        </p:nvSpPr>
        <p:spPr>
          <a:xfrm>
            <a:off x="515841" y="1333843"/>
            <a:ext cx="10456960" cy="4190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IN" sz="2000" b="1" dirty="0"/>
              <a:t>Key Findings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Customer base is mature, with an average age of </a:t>
            </a:r>
            <a:r>
              <a:rPr lang="en-IN" sz="2000" b="1" dirty="0"/>
              <a:t>45 years</a:t>
            </a:r>
            <a:r>
              <a:rPr lang="en-IN" sz="2000" dirty="0"/>
              <a:t>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Customer distribution across account types is balanced.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Prague contributes the highest number of customers.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The loan portfolio is healthy, with a </a:t>
            </a:r>
            <a:r>
              <a:rPr lang="en-IN" sz="2000" b="1" dirty="0"/>
              <a:t>11.14% default rate</a:t>
            </a:r>
            <a:r>
              <a:rPr lang="en-IN" sz="2000" dirty="0"/>
              <a:t>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Banking operations are transaction-intensive, with </a:t>
            </a:r>
            <a:r>
              <a:rPr lang="en-IN" sz="2000" b="1" dirty="0"/>
              <a:t>1.049M transactions</a:t>
            </a:r>
            <a:r>
              <a:rPr lang="en-IN" sz="2000" dirty="0"/>
              <a:t>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Debit transactions exceed credits, reflecting active customer spending.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Regional analysis highlights opportunities for expansion in lower-penetration districts.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IN" sz="2000" dirty="0"/>
              <a:t>Predictive analytics can improve future lending decisions.</a:t>
            </a:r>
          </a:p>
        </p:txBody>
      </p:sp>
    </p:spTree>
    <p:extLst>
      <p:ext uri="{BB962C8B-B14F-4D97-AF65-F5344CB8AC3E}">
        <p14:creationId xmlns:p14="http://schemas.microsoft.com/office/powerpoint/2010/main" val="384903113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9FB119-19EA-A8B1-C6C4-18555EABB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5B1543C5-E6E4-E394-AC21-2DE3372BC160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r>
              <a:rPr lang="en-IN" dirty="0"/>
              <a:t>Recommendations</a:t>
            </a:r>
            <a:endParaRPr lang="en-IN" kern="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269DCCD-BD29-6BFB-EB3F-90C90AE58242}"/>
              </a:ext>
            </a:extLst>
          </p:cNvPr>
          <p:cNvSpPr txBox="1"/>
          <p:nvPr/>
        </p:nvSpPr>
        <p:spPr>
          <a:xfrm>
            <a:off x="563217" y="1166842"/>
            <a:ext cx="10045147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b="1" dirty="0"/>
              <a:t>Expand Customer Acquisition</a:t>
            </a:r>
            <a:endParaRPr lang="en-IN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Target younger customers through digital-first banking products and student accounts.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000" dirty="0"/>
              <a:t>Increase presence in low-penetration districts using localized marketing campaigns.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69BB23-5D3B-B81C-3E87-DAB335DF2D87}"/>
              </a:ext>
            </a:extLst>
          </p:cNvPr>
          <p:cNvSpPr txBox="1"/>
          <p:nvPr/>
        </p:nvSpPr>
        <p:spPr>
          <a:xfrm>
            <a:off x="563216" y="2551837"/>
            <a:ext cx="705678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dirty="0"/>
              <a:t>Credit Strategy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Use Logistic Regression to screen high-risk loan applicants.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Continuously monitor long-duration loans.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49B8513-A283-EE16-42B5-315716B1AC5C}"/>
              </a:ext>
            </a:extLst>
          </p:cNvPr>
          <p:cNvSpPr txBox="1"/>
          <p:nvPr/>
        </p:nvSpPr>
        <p:spPr>
          <a:xfrm>
            <a:off x="563217" y="3634818"/>
            <a:ext cx="614900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/>
              <a:t>Regional Strategy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Expand into under-served districts.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Use district-level insights for marketing.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FA55F7-F9EA-6756-B211-C6EBC3C5CE03}"/>
              </a:ext>
            </a:extLst>
          </p:cNvPr>
          <p:cNvSpPr txBox="1"/>
          <p:nvPr/>
        </p:nvSpPr>
        <p:spPr>
          <a:xfrm>
            <a:off x="563217" y="4717799"/>
            <a:ext cx="757361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800" b="1" dirty="0"/>
              <a:t>Operational Strategy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Promote digital transactions.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1800" dirty="0"/>
              <a:t>Enhance dashboard automation for real-time decision-making.</a:t>
            </a:r>
          </a:p>
        </p:txBody>
      </p:sp>
    </p:spTree>
    <p:extLst>
      <p:ext uri="{BB962C8B-B14F-4D97-AF65-F5344CB8AC3E}">
        <p14:creationId xmlns:p14="http://schemas.microsoft.com/office/powerpoint/2010/main" val="156808645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715E-3A38-920D-0172-25330DC0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1A0C7DB6-D83C-5BC5-2FB0-7440DEA61233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PT Sans Narrow"/>
              <a:buNone/>
              <a:tabLst/>
              <a:defRPr/>
            </a:pPr>
            <a:r>
              <a:rPr kumimoji="0" lang="en-IN" sz="2933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leway" pitchFamily="2" charset="0"/>
                <a:sym typeface="PT Sans Narrow"/>
              </a:rPr>
              <a:t>Final Recommendations (1/3)</a:t>
            </a:r>
            <a:endParaRPr kumimoji="0" lang="en-IN" sz="2933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leway" pitchFamily="2" charset="0"/>
              <a:sym typeface="PT Sans Narro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94EF3-55CD-C2FE-B934-EDAE72E56E60}"/>
              </a:ext>
            </a:extLst>
          </p:cNvPr>
          <p:cNvSpPr txBox="1"/>
          <p:nvPr/>
        </p:nvSpPr>
        <p:spPr>
          <a:xfrm>
            <a:off x="515840" y="1241816"/>
            <a:ext cx="106752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core business — lending, liquidity, and engagement — is healthy. The growth opportunity is product cross-sell and regional expansion, backed by predictive risk models to scale safely.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20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Cross-Sell &amp; Product Growth: 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Card penetration is only 19.82% of accounts — the largest untapped revenue opportunity.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Regional Expansion: 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Redirect acquisition spend to underpenetrated districts (e.g. South Bohemia) over saturated markets.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Risk Management: 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Loan default is 11.14% on 103M Kč exposure — use the Logistic Regression model as a pre-approval screen.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Digital Engagement: </a:t>
            </a: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Cash withdrawals still dominate — promote digital payments and fix blank transaction-purpose data.</a:t>
            </a:r>
          </a:p>
        </p:txBody>
      </p:sp>
    </p:spTree>
    <p:extLst>
      <p:ext uri="{BB962C8B-B14F-4D97-AF65-F5344CB8AC3E}">
        <p14:creationId xmlns:p14="http://schemas.microsoft.com/office/powerpoint/2010/main" val="4278890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2">
            <a:extLst>
              <a:ext uri="{FF2B5EF4-FFF2-40B4-BE49-F238E27FC236}">
                <a16:creationId xmlns:a16="http://schemas.microsoft.com/office/drawing/2014/main" id="{63C08D0A-439A-EA61-B1E5-5F3A140D5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3197" y="0"/>
            <a:ext cx="10675200" cy="1137600"/>
          </a:xfrm>
        </p:spPr>
        <p:txBody>
          <a:bodyPr/>
          <a:lstStyle/>
          <a:p>
            <a:r>
              <a:rPr lang="en-US" sz="3200" dirty="0">
                <a:cs typeface="Arial"/>
              </a:rPr>
              <a:t>Final Recommendations (2/3)</a:t>
            </a:r>
            <a:endParaRPr lang="en-IN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3276495"/>
              </p:ext>
            </p:extLst>
          </p:nvPr>
        </p:nvGraphicFramePr>
        <p:xfrm>
          <a:off x="515841" y="1193312"/>
          <a:ext cx="10675200" cy="482472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50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275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0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2000" b="1" dirty="0">
                          <a:solidFill>
                            <a:srgbClr val="FFFFFF"/>
                          </a:solidFill>
                        </a:rPr>
                        <a:t>Business Area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2000" b="1" dirty="0">
                          <a:solidFill>
                            <a:srgbClr val="FFFFFF"/>
                          </a:solidFill>
                        </a:rPr>
                        <a:t>Key Metric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2000" b="1" dirty="0">
                          <a:solidFill>
                            <a:srgbClr val="FFFFFF"/>
                          </a:solidFill>
                        </a:rPr>
                        <a:t>Recommendation</a:t>
                      </a:r>
                    </a:p>
                  </a:txBody>
                  <a:tcPr anchor="ctr"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Customer &amp; Demographics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Avg age 45; 26–55 segment dominant; Prague top district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Grow Prague/urban premium products; launch youth &amp; student banking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Transactions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1.05M txns; Credit 3.22bn Kč vs Debit 3.01bn Kč; cash dominant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Promote digital payments; fix blank transaction-purpose 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Loans &amp; Risk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682 loans; 103M Kč exposure; 11.14% default rate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Deploy Logistic Regression model as a pre-approval risk screen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Cards &amp; Products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4,500 accounts; 429 cards → 19.82% penetration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Bundle card offers; upgrade loyal Classic holders to Gold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50000"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Regional Markets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77 districts; Moravia strongest; South Bohemia weakest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91440" indent="0" algn="l">
                        <a:buNone/>
                      </a:pPr>
                      <a:r>
                        <a:rPr lang="en-IN" sz="1700" dirty="0"/>
                        <a:t>Reallocate acquisition spend to underpenetrated districts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9284035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715E-3A38-920D-0172-25330DC0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2">
            <a:extLst>
              <a:ext uri="{FF2B5EF4-FFF2-40B4-BE49-F238E27FC236}">
                <a16:creationId xmlns:a16="http://schemas.microsoft.com/office/drawing/2014/main" id="{1A0C7DB6-D83C-5BC5-2FB0-7440DEA61233}"/>
              </a:ext>
            </a:extLst>
          </p:cNvPr>
          <p:cNvSpPr txBox="1">
            <a:spLocks/>
          </p:cNvSpPr>
          <p:nvPr/>
        </p:nvSpPr>
        <p:spPr>
          <a:xfrm>
            <a:off x="515841" y="0"/>
            <a:ext cx="10675200" cy="11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2933" b="1" i="0" u="none" strike="noStrike" cap="none">
                <a:solidFill>
                  <a:schemeClr val="tx1"/>
                </a:solidFill>
                <a:latin typeface="Raleway" pitchFamily="2" charset="0"/>
                <a:ea typeface="PT Sans Narrow"/>
                <a:cs typeface="PT Sans Narrow"/>
                <a:sym typeface="PT Sans Narrow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PT Sans Narrow"/>
              <a:buNone/>
              <a:defRPr sz="3200" b="1" i="0" u="none" strike="noStrike" cap="none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DDDDD"/>
              </a:buClr>
              <a:buSzPts val="2400"/>
              <a:buFont typeface="PT Sans Narrow"/>
              <a:buNone/>
              <a:tabLst/>
              <a:defRPr/>
            </a:pPr>
            <a:r>
              <a:rPr kumimoji="0" lang="en-IN" sz="2933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Raleway" pitchFamily="2" charset="0"/>
                <a:sym typeface="PT Sans Narrow"/>
              </a:rPr>
              <a:t>Final Recommendations (3/3)</a:t>
            </a:r>
            <a:endParaRPr kumimoji="0" lang="en-IN" sz="2933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Raleway" pitchFamily="2" charset="0"/>
              <a:sym typeface="PT Sans Narrow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C294EF3-55CD-C2FE-B934-EDAE72E56E60}"/>
              </a:ext>
            </a:extLst>
          </p:cNvPr>
          <p:cNvSpPr txBox="1"/>
          <p:nvPr/>
        </p:nvSpPr>
        <p:spPr>
          <a:xfrm>
            <a:off x="515840" y="1241816"/>
            <a:ext cx="106752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Priority Action Roadmap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Short Term (0–3 months):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Launch card bundling offers to lift the 19.82% card penetration rate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Fix blank transaction-purpose data capture at the point of entry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Medium Term (3–9 months):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Deploy the Logistic Regression model as a pre-approval risk screen for loans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Run targeted acquisition campaigns in underpenetrated districts (e.g. South Bohemia)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I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IN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Long Term (9+ months):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Expand youth/student banking products to build the under-18 pipeline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Scale digital payment adoption to reduce cash-withdrawal dependency</a:t>
            </a:r>
          </a:p>
        </p:txBody>
      </p:sp>
    </p:spTree>
    <p:extLst>
      <p:ext uri="{BB962C8B-B14F-4D97-AF65-F5344CB8AC3E}">
        <p14:creationId xmlns:p14="http://schemas.microsoft.com/office/powerpoint/2010/main" val="3917296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500A340-B1C9-E1BB-336D-CCABBB8BD46A}"/>
              </a:ext>
            </a:extLst>
          </p:cNvPr>
          <p:cNvSpPr txBox="1"/>
          <p:nvPr/>
        </p:nvSpPr>
        <p:spPr>
          <a:xfrm>
            <a:off x="3084443" y="2370605"/>
            <a:ext cx="6023113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0" dirty="0"/>
              <a:t>Thank you</a:t>
            </a:r>
            <a:endParaRPr lang="en-IN" sz="8000" dirty="0"/>
          </a:p>
        </p:txBody>
      </p:sp>
    </p:spTree>
    <p:extLst>
      <p:ext uri="{BB962C8B-B14F-4D97-AF65-F5344CB8AC3E}">
        <p14:creationId xmlns:p14="http://schemas.microsoft.com/office/powerpoint/2010/main" val="2934401831"/>
      </p:ext>
    </p:extLst>
  </p:cSld>
  <p:clrMapOvr>
    <a:masterClrMapping/>
  </p:clrMapOvr>
</p:sld>
</file>

<file path=ppt/theme/theme1.xml><?xml version="1.0" encoding="utf-8"?>
<a:theme xmlns:a="http://schemas.openxmlformats.org/drawingml/2006/main" name="Tropic">
  <a:themeElements>
    <a:clrScheme name="Grayscale">
      <a:dk1>
        <a:sysClr val="windowText" lastClr="000000"/>
      </a:dk1>
      <a:lt1>
        <a:sysClr val="window" lastClr="FFFFFF"/>
      </a:lt1>
      <a:dk2>
        <a:srgbClr val="000000"/>
      </a:dk2>
      <a:lt2>
        <a:srgbClr val="F8F8F8"/>
      </a:lt2>
      <a:accent1>
        <a:srgbClr val="DDDDDD"/>
      </a:accent1>
      <a:accent2>
        <a:srgbClr val="B2B2B2"/>
      </a:accent2>
      <a:accent3>
        <a:srgbClr val="969696"/>
      </a:accent3>
      <a:accent4>
        <a:srgbClr val="808080"/>
      </a:accent4>
      <a:accent5>
        <a:srgbClr val="5F5F5F"/>
      </a:accent5>
      <a:accent6>
        <a:srgbClr val="4D4D4D"/>
      </a:accent6>
      <a:hlink>
        <a:srgbClr val="5F5F5F"/>
      </a:hlink>
      <a:folHlink>
        <a:srgbClr val="91919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 standalone="yes"?>
<Relationships xmlns="http://schemas.openxmlformats.org/package/2006/relationships"><Relationship Id="rId3" Type="http://schemas.microsoft.com/office/2011/relationships/webextension" Target="webextension3.xml"/><Relationship Id="rId2" Type="http://schemas.microsoft.com/office/2011/relationships/webextension" Target="webextension2.xml"/><Relationship Id="rId1" Type="http://schemas.microsoft.com/office/2011/relationships/webextension" Target="webextension1.xml"/><Relationship Id="rId5" Type="http://schemas.microsoft.com/office/2011/relationships/webextension" Target="webextension5.xml"/><Relationship Id="rId4" Type="http://schemas.microsoft.com/office/2011/relationships/webextension" Target="webextension4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2">
    <wetp:webextensionref xmlns:r="http://schemas.openxmlformats.org/officeDocument/2006/relationships" r:id="rId1"/>
  </wetp:taskpane>
  <wetp:taskpane dockstate="right" visibility="0" width="438" row="3">
    <wetp:webextensionref xmlns:r="http://schemas.openxmlformats.org/officeDocument/2006/relationships" r:id="rId2"/>
  </wetp:taskpane>
  <wetp:taskpane dockstate="right" visibility="0" width="438" row="5">
    <wetp:webextensionref xmlns:r="http://schemas.openxmlformats.org/officeDocument/2006/relationships" r:id="rId3"/>
  </wetp:taskpane>
  <wetp:taskpane dockstate="right" visibility="0" width="438" row="4">
    <wetp:webextensionref xmlns:r="http://schemas.openxmlformats.org/officeDocument/2006/relationships" r:id="rId4"/>
  </wetp:taskpane>
  <wetp:taskpane dockstate="right" visibility="0" width="438" row="1">
    <wetp:webextensionref xmlns:r="http://schemas.openxmlformats.org/officeDocument/2006/relationships" r:id="rId5"/>
  </wetp:taskpane>
</wetp:taskpanes>
</file>

<file path=ppt/webextensions/webextension1.xml><?xml version="1.0" encoding="utf-8"?>
<we:webextension xmlns:we="http://schemas.microsoft.com/office/webextensions/webextension/2010/11" id="{21611F88-C294-4A3A-BE2A-A3C3716B52F2}">
  <we:reference id="wa104381063" version="1.0.0.1" store="en-US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E29ACDE2-3D04-46E6-AD43-F358F355125E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ppt/webextensions/webextension3.xml><?xml version="1.0" encoding="utf-8"?>
<we:webextension xmlns:we="http://schemas.microsoft.com/office/webextensions/webextension/2010/11" id="{E7C523DE-906B-4698-874C-96FAC6D5FBF8}">
  <we:reference id="wa200001409" version="2.0.0.0" store="en-US" storeType="OMEX"/>
  <we:alternateReferences>
    <we:reference id="wa200001409" version="2.0.0.0" store="wa200001409" storeType="OMEX"/>
  </we:alternateReferences>
  <we:properties/>
  <we:bindings/>
  <we:snapshot xmlns:r="http://schemas.openxmlformats.org/officeDocument/2006/relationships"/>
</we:webextension>
</file>

<file path=ppt/webextensions/webextension4.xml><?xml version="1.0" encoding="utf-8"?>
<we:webextension xmlns:we="http://schemas.microsoft.com/office/webextensions/webextension/2010/11" id="{FFD15009-2A7D-4FF4-B702-CC62B2E765E3}">
  <we:reference id="wa200005669" version="2.0.0.0" store="en-US" storeType="OMEX"/>
  <we:alternateReferences>
    <we:reference id="wa200005669" version="2.0.0.0" store="wa200005669" storeType="OMEX"/>
  </we:alternateReferences>
  <we:properties/>
  <we:bindings/>
  <we:snapshot xmlns:r="http://schemas.openxmlformats.org/officeDocument/2006/relationships"/>
</we:webextension>
</file>

<file path=ppt/webextensions/webextension5.xml><?xml version="1.0" encoding="utf-8"?>
<we:webextension xmlns:we="http://schemas.microsoft.com/office/webextensions/webextension/2010/11" id="{BB3F6B1D-5D2A-40E2-9252-BF2D79B03057}">
  <we:reference id="wa200000113" version="1.0.0.0" store="en-US" storeType="OMEX"/>
  <we:alternateReferences>
    <we:reference id="WA200000113" version="1.0.0.0" store="WA200000113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16290</TotalTime>
  <Words>3055</Words>
  <Application>Microsoft Office PowerPoint</Application>
  <PresentationFormat>Widescreen</PresentationFormat>
  <Paragraphs>519</Paragraphs>
  <Slides>60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60</vt:i4>
      </vt:variant>
    </vt:vector>
  </HeadingPairs>
  <TitlesOfParts>
    <vt:vector size="71" baseType="lpstr">
      <vt:lpstr>Aptos</vt:lpstr>
      <vt:lpstr>Aptos Display</vt:lpstr>
      <vt:lpstr>Arial</vt:lpstr>
      <vt:lpstr>Calibri</vt:lpstr>
      <vt:lpstr>Open Sans</vt:lpstr>
      <vt:lpstr>PT Sans Narrow</vt:lpstr>
      <vt:lpstr>Raleway</vt:lpstr>
      <vt:lpstr>Wingdings</vt:lpstr>
      <vt:lpstr>Tropic</vt:lpstr>
      <vt:lpstr>Office Theme</vt:lpstr>
      <vt:lpstr>1_Office Theme</vt:lpstr>
      <vt:lpstr>PowerPoint Presentation</vt:lpstr>
      <vt:lpstr>Project Overview</vt:lpstr>
      <vt:lpstr>Business Context</vt:lpstr>
      <vt:lpstr>Business Objectives</vt:lpstr>
      <vt:lpstr>Technology Stack</vt:lpstr>
      <vt:lpstr>Available Data Sources</vt:lpstr>
      <vt:lpstr>PowerPoint Presentation</vt:lpstr>
      <vt:lpstr>PowerPoint Presentation</vt:lpstr>
      <vt:lpstr>ER Diagram</vt:lpstr>
      <vt:lpstr>PowerPoint Presentation</vt:lpstr>
      <vt:lpstr>Data Discrepencies (1/2)</vt:lpstr>
      <vt:lpstr>Data Discrepencies(2/2)</vt:lpstr>
      <vt:lpstr>Recommendations for Data Cleaning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Final Recommendations (2/3)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oorja gund</dc:creator>
  <cp:lastModifiedBy>Aakash kumar</cp:lastModifiedBy>
  <cp:revision>625</cp:revision>
  <dcterms:created xsi:type="dcterms:W3CDTF">2025-04-04T02:52:34Z</dcterms:created>
  <dcterms:modified xsi:type="dcterms:W3CDTF">2026-07-11T13:01:00Z</dcterms:modified>
</cp:coreProperties>
</file>