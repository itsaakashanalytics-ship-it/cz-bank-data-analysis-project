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55"/>
  </p:notesMasterIdLst>
  <p:sldIdLst>
    <p:sldId id="1119" r:id="rId4"/>
    <p:sldId id="1497" r:id="rId5"/>
    <p:sldId id="1518" r:id="rId6"/>
    <p:sldId id="1519" r:id="rId7"/>
    <p:sldId id="1503" r:id="rId8"/>
    <p:sldId id="1520" r:id="rId9"/>
    <p:sldId id="1506" r:id="rId10"/>
    <p:sldId id="1521" r:id="rId11"/>
    <p:sldId id="1505" r:id="rId12"/>
    <p:sldId id="1508" r:id="rId13"/>
    <p:sldId id="1522" r:id="rId14"/>
    <p:sldId id="1523" r:id="rId15"/>
    <p:sldId id="1526" r:id="rId16"/>
    <p:sldId id="1527" r:id="rId17"/>
    <p:sldId id="1528" r:id="rId18"/>
    <p:sldId id="1543" r:id="rId19"/>
    <p:sldId id="1544" r:id="rId20"/>
    <p:sldId id="1529" r:id="rId21"/>
    <p:sldId id="1530" r:id="rId22"/>
    <p:sldId id="1545" r:id="rId23"/>
    <p:sldId id="1531" r:id="rId24"/>
    <p:sldId id="1546" r:id="rId25"/>
    <p:sldId id="1532" r:id="rId26"/>
    <p:sldId id="1547" r:id="rId27"/>
    <p:sldId id="1533" r:id="rId28"/>
    <p:sldId id="1534" r:id="rId29"/>
    <p:sldId id="1548" r:id="rId30"/>
    <p:sldId id="1549" r:id="rId31"/>
    <p:sldId id="1550" r:id="rId32"/>
    <p:sldId id="1535" r:id="rId33"/>
    <p:sldId id="1551" r:id="rId34"/>
    <p:sldId id="1560" r:id="rId35"/>
    <p:sldId id="1537" r:id="rId36"/>
    <p:sldId id="1561" r:id="rId37"/>
    <p:sldId id="1562" r:id="rId38"/>
    <p:sldId id="1539" r:id="rId39"/>
    <p:sldId id="1563" r:id="rId40"/>
    <p:sldId id="1540" r:id="rId41"/>
    <p:sldId id="1564" r:id="rId42"/>
    <p:sldId id="1565" r:id="rId43"/>
    <p:sldId id="1541" r:id="rId44"/>
    <p:sldId id="1542" r:id="rId45"/>
    <p:sldId id="1552" r:id="rId46"/>
    <p:sldId id="1557" r:id="rId47"/>
    <p:sldId id="1558" r:id="rId48"/>
    <p:sldId id="1553" r:id="rId49"/>
    <p:sldId id="1554" r:id="rId50"/>
    <p:sldId id="1559" r:id="rId51"/>
    <p:sldId id="1555" r:id="rId52"/>
    <p:sldId id="1556" r:id="rId53"/>
    <p:sldId id="1517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8090"/>
    <a:srgbClr val="4D4D4D"/>
    <a:srgbClr val="000000"/>
    <a:srgbClr val="2CB22F"/>
    <a:srgbClr val="AEFCFC"/>
    <a:srgbClr val="E0C1FF"/>
    <a:srgbClr val="CC99FF"/>
    <a:srgbClr val="00589A"/>
    <a:srgbClr val="DECEFE"/>
    <a:srgbClr val="D0B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B3FF6E-9745-CE23-4D92-DAFD3E119D36}" v="3340" dt="2026-05-05T22:31:49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56" autoAdjust="0"/>
    <p:restoredTop sz="96622" autoAdjust="0"/>
  </p:normalViewPr>
  <p:slideViewPr>
    <p:cSldViewPr snapToGrid="0">
      <p:cViewPr varScale="1">
        <p:scale>
          <a:sx n="121" d="100"/>
          <a:sy n="121" d="100"/>
        </p:scale>
        <p:origin x="58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microsoft.com/office/2015/10/relationships/revisionInfo" Target="revisionInfo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viewProps" Target="view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 balyan" userId="b58c3dbcc75ad324" providerId="Windows Live" clId="Web-{B0B3FF6E-9745-CE23-4D92-DAFD3E119D36}"/>
    <pc:docChg chg="addSld delSld modSld">
      <pc:chgData name="dev balyan" userId="b58c3dbcc75ad324" providerId="Windows Live" clId="Web-{B0B3FF6E-9745-CE23-4D92-DAFD3E119D36}" dt="2026-05-05T22:31:49.813" v="2357" actId="1076"/>
      <pc:docMkLst>
        <pc:docMk/>
      </pc:docMkLst>
      <pc:sldChg chg="del">
        <pc:chgData name="dev balyan" userId="b58c3dbcc75ad324" providerId="Windows Live" clId="Web-{B0B3FF6E-9745-CE23-4D92-DAFD3E119D36}" dt="2026-05-05T21:04:58.567" v="39"/>
        <pc:sldMkLst>
          <pc:docMk/>
          <pc:sldMk cId="3656772840" sldId="301"/>
        </pc:sldMkLst>
      </pc:sldChg>
      <pc:sldChg chg="modSp">
        <pc:chgData name="dev balyan" userId="b58c3dbcc75ad324" providerId="Windows Live" clId="Web-{B0B3FF6E-9745-CE23-4D92-DAFD3E119D36}" dt="2026-05-05T21:03:28.767" v="36" actId="14100"/>
        <pc:sldMkLst>
          <pc:docMk/>
          <pc:sldMk cId="3071345316" sldId="1119"/>
        </pc:sldMkLst>
        <pc:spChg chg="mod">
          <ac:chgData name="dev balyan" userId="b58c3dbcc75ad324" providerId="Windows Live" clId="Web-{B0B3FF6E-9745-CE23-4D92-DAFD3E119D36}" dt="2026-05-05T21:03:28.767" v="36" actId="14100"/>
          <ac:spMkLst>
            <pc:docMk/>
            <pc:sldMk cId="3071345316" sldId="1119"/>
            <ac:spMk id="2" creationId="{566CF642-B155-3EAA-0E23-97793C0E3936}"/>
          </ac:spMkLst>
        </pc:spChg>
      </pc:sldChg>
      <pc:sldChg chg="del">
        <pc:chgData name="dev balyan" userId="b58c3dbcc75ad324" providerId="Windows Live" clId="Web-{B0B3FF6E-9745-CE23-4D92-DAFD3E119D36}" dt="2026-05-05T21:04:53.035" v="38"/>
        <pc:sldMkLst>
          <pc:docMk/>
          <pc:sldMk cId="2708497484" sldId="1496"/>
        </pc:sldMkLst>
      </pc:sldChg>
      <pc:sldChg chg="add">
        <pc:chgData name="dev balyan" userId="b58c3dbcc75ad324" providerId="Windows Live" clId="Web-{B0B3FF6E-9745-CE23-4D92-DAFD3E119D36}" dt="2026-05-05T21:04:50.441" v="37"/>
        <pc:sldMkLst>
          <pc:docMk/>
          <pc:sldMk cId="2867987116" sldId="1497"/>
        </pc:sldMkLst>
      </pc:sldChg>
      <pc:sldChg chg="add">
        <pc:chgData name="dev balyan" userId="b58c3dbcc75ad324" providerId="Windows Live" clId="Web-{B0B3FF6E-9745-CE23-4D92-DAFD3E119D36}" dt="2026-05-05T21:05:11.411" v="40"/>
        <pc:sldMkLst>
          <pc:docMk/>
          <pc:sldMk cId="3812444089" sldId="1503"/>
        </pc:sldMkLst>
      </pc:sldChg>
      <pc:sldChg chg="addSp delSp modSp new">
        <pc:chgData name="dev balyan" userId="b58c3dbcc75ad324" providerId="Windows Live" clId="Web-{B0B3FF6E-9745-CE23-4D92-DAFD3E119D36}" dt="2026-05-05T21:34:07.969" v="967" actId="20577"/>
        <pc:sldMkLst>
          <pc:docMk/>
          <pc:sldMk cId="3122658473" sldId="1504"/>
        </pc:sldMkLst>
        <pc:spChg chg="mod">
          <ac:chgData name="dev balyan" userId="b58c3dbcc75ad324" providerId="Windows Live" clId="Web-{B0B3FF6E-9745-CE23-4D92-DAFD3E119D36}" dt="2026-05-05T21:08:50.026" v="46" actId="1076"/>
          <ac:spMkLst>
            <pc:docMk/>
            <pc:sldMk cId="3122658473" sldId="1504"/>
            <ac:spMk id="2" creationId="{0AFB1A2D-C1BE-A869-CE23-ACB7026314AF}"/>
          </ac:spMkLst>
        </pc:spChg>
        <pc:spChg chg="mod">
          <ac:chgData name="dev balyan" userId="b58c3dbcc75ad324" providerId="Windows Live" clId="Web-{B0B3FF6E-9745-CE23-4D92-DAFD3E119D36}" dt="2026-05-05T21:08:37.525" v="43" actId="1076"/>
          <ac:spMkLst>
            <pc:docMk/>
            <pc:sldMk cId="3122658473" sldId="1504"/>
            <ac:spMk id="3" creationId="{E512C634-6D44-CF22-11E6-1EC7B710DED3}"/>
          </ac:spMkLst>
        </pc:spChg>
        <pc:spChg chg="add del mod">
          <ac:chgData name="dev balyan" userId="b58c3dbcc75ad324" providerId="Windows Live" clId="Web-{B0B3FF6E-9745-CE23-4D92-DAFD3E119D36}" dt="2026-05-05T21:33:14.509" v="956"/>
          <ac:spMkLst>
            <pc:docMk/>
            <pc:sldMk cId="3122658473" sldId="1504"/>
            <ac:spMk id="7" creationId="{50B0F57D-C0FE-FEFD-094B-8456623EA178}"/>
          </ac:spMkLst>
        </pc:spChg>
        <pc:spChg chg="add mod">
          <ac:chgData name="dev balyan" userId="b58c3dbcc75ad324" providerId="Windows Live" clId="Web-{B0B3FF6E-9745-CE23-4D92-DAFD3E119D36}" dt="2026-05-05T21:34:07.969" v="967" actId="20577"/>
          <ac:spMkLst>
            <pc:docMk/>
            <pc:sldMk cId="3122658473" sldId="1504"/>
            <ac:spMk id="8" creationId="{508A5730-B0A1-4D06-6582-DF004BF12479}"/>
          </ac:spMkLst>
        </pc:spChg>
        <pc:graphicFrameChg chg="add mod modGraphic">
          <ac:chgData name="dev balyan" userId="b58c3dbcc75ad324" providerId="Windows Live" clId="Web-{B0B3FF6E-9745-CE23-4D92-DAFD3E119D36}" dt="2026-05-05T21:10:54.560" v="114" actId="1076"/>
          <ac:graphicFrameMkLst>
            <pc:docMk/>
            <pc:sldMk cId="3122658473" sldId="1504"/>
            <ac:graphicFrameMk id="4" creationId="{52E5D811-5B6E-323E-F74F-49DB1C965C51}"/>
          </ac:graphicFrameMkLst>
        </pc:graphicFrameChg>
        <pc:graphicFrameChg chg="add mod modGraphic">
          <ac:chgData name="dev balyan" userId="b58c3dbcc75ad324" providerId="Windows Live" clId="Web-{B0B3FF6E-9745-CE23-4D92-DAFD3E119D36}" dt="2026-05-05T21:14:34.264" v="459"/>
          <ac:graphicFrameMkLst>
            <pc:docMk/>
            <pc:sldMk cId="3122658473" sldId="1504"/>
            <ac:graphicFrameMk id="5" creationId="{77F66F1F-6FF3-E131-9C07-260DDE3C3055}"/>
          </ac:graphicFrameMkLst>
        </pc:graphicFrameChg>
        <pc:graphicFrameChg chg="add mod modGraphic">
          <ac:chgData name="dev balyan" userId="b58c3dbcc75ad324" providerId="Windows Live" clId="Web-{B0B3FF6E-9745-CE23-4D92-DAFD3E119D36}" dt="2026-05-05T21:16:23.329" v="593"/>
          <ac:graphicFrameMkLst>
            <pc:docMk/>
            <pc:sldMk cId="3122658473" sldId="1504"/>
            <ac:graphicFrameMk id="6" creationId="{BF2DA141-7A3A-20B7-CB3D-C38DB333E2AB}"/>
          </ac:graphicFrameMkLst>
        </pc:graphicFrameChg>
      </pc:sldChg>
      <pc:sldChg chg="addSp delSp modSp new">
        <pc:chgData name="dev balyan" userId="b58c3dbcc75ad324" providerId="Windows Live" clId="Web-{B0B3FF6E-9745-CE23-4D92-DAFD3E119D36}" dt="2026-05-05T21:26:15.301" v="799" actId="20577"/>
        <pc:sldMkLst>
          <pc:docMk/>
          <pc:sldMk cId="3677041360" sldId="1505"/>
        </pc:sldMkLst>
        <pc:spChg chg="mod">
          <ac:chgData name="dev balyan" userId="b58c3dbcc75ad324" providerId="Windows Live" clId="Web-{B0B3FF6E-9745-CE23-4D92-DAFD3E119D36}" dt="2026-05-05T21:18:18.789" v="614" actId="1076"/>
          <ac:spMkLst>
            <pc:docMk/>
            <pc:sldMk cId="3677041360" sldId="1505"/>
            <ac:spMk id="2" creationId="{BD0F7B4C-B2E9-F257-D797-3CDE6210D11B}"/>
          </ac:spMkLst>
        </pc:spChg>
        <pc:spChg chg="mod">
          <ac:chgData name="dev balyan" userId="b58c3dbcc75ad324" providerId="Windows Live" clId="Web-{B0B3FF6E-9745-CE23-4D92-DAFD3E119D36}" dt="2026-05-05T21:18:13.398" v="612" actId="1076"/>
          <ac:spMkLst>
            <pc:docMk/>
            <pc:sldMk cId="3677041360" sldId="1505"/>
            <ac:spMk id="3" creationId="{FFBB3BB1-3152-00E0-6B26-510C5A963E61}"/>
          </ac:spMkLst>
        </pc:spChg>
        <pc:spChg chg="add del mod">
          <ac:chgData name="dev balyan" userId="b58c3dbcc75ad324" providerId="Windows Live" clId="Web-{B0B3FF6E-9745-CE23-4D92-DAFD3E119D36}" dt="2026-05-05T21:18:49.431" v="617"/>
          <ac:spMkLst>
            <pc:docMk/>
            <pc:sldMk cId="3677041360" sldId="1505"/>
            <ac:spMk id="4" creationId="{1AEE3B17-2DFB-2643-8E57-2E8358B4E8E7}"/>
          </ac:spMkLst>
        </pc:spChg>
        <pc:spChg chg="add del mod">
          <ac:chgData name="dev balyan" userId="b58c3dbcc75ad324" providerId="Windows Live" clId="Web-{B0B3FF6E-9745-CE23-4D92-DAFD3E119D36}" dt="2026-05-05T21:19:55.168" v="634"/>
          <ac:spMkLst>
            <pc:docMk/>
            <pc:sldMk cId="3677041360" sldId="1505"/>
            <ac:spMk id="5" creationId="{2B41B44D-F021-2F2C-45E2-4EBB3F807B4C}"/>
          </ac:spMkLst>
        </pc:spChg>
        <pc:spChg chg="add del mod">
          <ac:chgData name="dev balyan" userId="b58c3dbcc75ad324" providerId="Windows Live" clId="Web-{B0B3FF6E-9745-CE23-4D92-DAFD3E119D36}" dt="2026-05-05T21:20:14.778" v="638"/>
          <ac:spMkLst>
            <pc:docMk/>
            <pc:sldMk cId="3677041360" sldId="1505"/>
            <ac:spMk id="6" creationId="{FCE64C7B-CDC8-BBB4-3218-DE8DBA6396DB}"/>
          </ac:spMkLst>
        </pc:spChg>
        <pc:spChg chg="add del mod">
          <ac:chgData name="dev balyan" userId="b58c3dbcc75ad324" providerId="Windows Live" clId="Web-{B0B3FF6E-9745-CE23-4D92-DAFD3E119D36}" dt="2026-05-05T21:20:42.794" v="642"/>
          <ac:spMkLst>
            <pc:docMk/>
            <pc:sldMk cId="3677041360" sldId="1505"/>
            <ac:spMk id="7" creationId="{95DFDAAA-0447-FC45-80E9-51A9650715E8}"/>
          </ac:spMkLst>
        </pc:spChg>
        <pc:spChg chg="add mod">
          <ac:chgData name="dev balyan" userId="b58c3dbcc75ad324" providerId="Windows Live" clId="Web-{B0B3FF6E-9745-CE23-4D92-DAFD3E119D36}" dt="2026-05-05T21:21:29.608" v="658" actId="1076"/>
          <ac:spMkLst>
            <pc:docMk/>
            <pc:sldMk cId="3677041360" sldId="1505"/>
            <ac:spMk id="8" creationId="{E7295556-C540-CE48-8175-5CE3F8299BE5}"/>
          </ac:spMkLst>
        </pc:spChg>
        <pc:spChg chg="add mod">
          <ac:chgData name="dev balyan" userId="b58c3dbcc75ad324" providerId="Windows Live" clId="Web-{B0B3FF6E-9745-CE23-4D92-DAFD3E119D36}" dt="2026-05-05T21:23:25.251" v="723" actId="20577"/>
          <ac:spMkLst>
            <pc:docMk/>
            <pc:sldMk cId="3677041360" sldId="1505"/>
            <ac:spMk id="9" creationId="{209E57DE-FD7F-ABD3-1E6E-9F9A856D9A7B}"/>
          </ac:spMkLst>
        </pc:spChg>
        <pc:spChg chg="add mod">
          <ac:chgData name="dev balyan" userId="b58c3dbcc75ad324" providerId="Windows Live" clId="Web-{B0B3FF6E-9745-CE23-4D92-DAFD3E119D36}" dt="2026-05-05T21:26:15.301" v="799" actId="20577"/>
          <ac:spMkLst>
            <pc:docMk/>
            <pc:sldMk cId="3677041360" sldId="1505"/>
            <ac:spMk id="10" creationId="{152C0BE2-FEFF-9ECC-A855-27564E6AE131}"/>
          </ac:spMkLst>
        </pc:spChg>
      </pc:sldChg>
      <pc:sldChg chg="addSp modSp new">
        <pc:chgData name="dev balyan" userId="b58c3dbcc75ad324" providerId="Windows Live" clId="Web-{B0B3FF6E-9745-CE23-4D92-DAFD3E119D36}" dt="2026-05-05T21:31:44.085" v="946"/>
        <pc:sldMkLst>
          <pc:docMk/>
          <pc:sldMk cId="2720112172" sldId="1506"/>
        </pc:sldMkLst>
        <pc:spChg chg="mod">
          <ac:chgData name="dev balyan" userId="b58c3dbcc75ad324" providerId="Windows Live" clId="Web-{B0B3FF6E-9745-CE23-4D92-DAFD3E119D36}" dt="2026-05-05T21:26:55.223" v="803" actId="1076"/>
          <ac:spMkLst>
            <pc:docMk/>
            <pc:sldMk cId="2720112172" sldId="1506"/>
            <ac:spMk id="2" creationId="{A13AE250-4D41-3CF4-6C8F-7B7432936E4E}"/>
          </ac:spMkLst>
        </pc:spChg>
        <pc:spChg chg="mod">
          <ac:chgData name="dev balyan" userId="b58c3dbcc75ad324" providerId="Windows Live" clId="Web-{B0B3FF6E-9745-CE23-4D92-DAFD3E119D36}" dt="2026-05-05T21:26:46.692" v="801" actId="1076"/>
          <ac:spMkLst>
            <pc:docMk/>
            <pc:sldMk cId="2720112172" sldId="1506"/>
            <ac:spMk id="3" creationId="{B36A2300-4924-AEE3-D740-61DF96A73AD5}"/>
          </ac:spMkLst>
        </pc:spChg>
        <pc:spChg chg="add mod">
          <ac:chgData name="dev balyan" userId="b58c3dbcc75ad324" providerId="Windows Live" clId="Web-{B0B3FF6E-9745-CE23-4D92-DAFD3E119D36}" dt="2026-05-05T21:28:19.443" v="831" actId="1076"/>
          <ac:spMkLst>
            <pc:docMk/>
            <pc:sldMk cId="2720112172" sldId="1506"/>
            <ac:spMk id="4" creationId="{5A756A46-5E0F-CAE1-40B9-2D7E95126A30}"/>
          </ac:spMkLst>
        </pc:spChg>
        <pc:spChg chg="add mod">
          <ac:chgData name="dev balyan" userId="b58c3dbcc75ad324" providerId="Windows Live" clId="Web-{B0B3FF6E-9745-CE23-4D92-DAFD3E119D36}" dt="2026-05-05T21:28:25.459" v="832" actId="1076"/>
          <ac:spMkLst>
            <pc:docMk/>
            <pc:sldMk cId="2720112172" sldId="1506"/>
            <ac:spMk id="5" creationId="{D6AC9CF6-1924-45FB-2E9D-5C7382E7AB90}"/>
          </ac:spMkLst>
        </pc:spChg>
        <pc:spChg chg="add mod">
          <ac:chgData name="dev balyan" userId="b58c3dbcc75ad324" providerId="Windows Live" clId="Web-{B0B3FF6E-9745-CE23-4D92-DAFD3E119D36}" dt="2026-05-05T21:31:14.429" v="943" actId="20577"/>
          <ac:spMkLst>
            <pc:docMk/>
            <pc:sldMk cId="2720112172" sldId="1506"/>
            <ac:spMk id="6" creationId="{83BD79CF-F435-E18A-12D2-55E6F5F15712}"/>
          </ac:spMkLst>
        </pc:spChg>
        <pc:spChg chg="add mod">
          <ac:chgData name="dev balyan" userId="b58c3dbcc75ad324" providerId="Windows Live" clId="Web-{B0B3FF6E-9745-CE23-4D92-DAFD3E119D36}" dt="2026-05-05T21:31:12.726" v="942" actId="20577"/>
          <ac:spMkLst>
            <pc:docMk/>
            <pc:sldMk cId="2720112172" sldId="1506"/>
            <ac:spMk id="7" creationId="{6AF574F8-FD86-A330-3644-7D14AE01E4B8}"/>
          </ac:spMkLst>
        </pc:spChg>
        <pc:spChg chg="add mod">
          <ac:chgData name="dev balyan" userId="b58c3dbcc75ad324" providerId="Windows Live" clId="Web-{B0B3FF6E-9745-CE23-4D92-DAFD3E119D36}" dt="2026-05-05T21:31:44.085" v="946"/>
          <ac:spMkLst>
            <pc:docMk/>
            <pc:sldMk cId="2720112172" sldId="1506"/>
            <ac:spMk id="8" creationId="{1D07E0A9-D5D9-0961-C968-4763E13BEB8F}"/>
          </ac:spMkLst>
        </pc:spChg>
      </pc:sldChg>
      <pc:sldChg chg="addSp delSp modSp new">
        <pc:chgData name="dev balyan" userId="b58c3dbcc75ad324" providerId="Windows Live" clId="Web-{B0B3FF6E-9745-CE23-4D92-DAFD3E119D36}" dt="2026-05-05T21:52:13.702" v="1461" actId="1076"/>
        <pc:sldMkLst>
          <pc:docMk/>
          <pc:sldMk cId="2941703714" sldId="1507"/>
        </pc:sldMkLst>
        <pc:spChg chg="mod">
          <ac:chgData name="dev balyan" userId="b58c3dbcc75ad324" providerId="Windows Live" clId="Web-{B0B3FF6E-9745-CE23-4D92-DAFD3E119D36}" dt="2026-05-05T21:33:00.429" v="952" actId="1076"/>
          <ac:spMkLst>
            <pc:docMk/>
            <pc:sldMk cId="2941703714" sldId="1507"/>
            <ac:spMk id="2" creationId="{286C09C8-629C-723B-672E-79AE121F9C0C}"/>
          </ac:spMkLst>
        </pc:spChg>
        <pc:spChg chg="mod">
          <ac:chgData name="dev balyan" userId="b58c3dbcc75ad324" providerId="Windows Live" clId="Web-{B0B3FF6E-9745-CE23-4D92-DAFD3E119D36}" dt="2026-05-05T21:32:39.429" v="949" actId="1076"/>
          <ac:spMkLst>
            <pc:docMk/>
            <pc:sldMk cId="2941703714" sldId="1507"/>
            <ac:spMk id="3" creationId="{D6AD0915-0785-3781-DAF3-233793A11714}"/>
          </ac:spMkLst>
        </pc:spChg>
        <pc:spChg chg="add mod">
          <ac:chgData name="dev balyan" userId="b58c3dbcc75ad324" providerId="Windows Live" clId="Web-{B0B3FF6E-9745-CE23-4D92-DAFD3E119D36}" dt="2026-05-05T21:38:19.238" v="1071" actId="1076"/>
          <ac:spMkLst>
            <pc:docMk/>
            <pc:sldMk cId="2941703714" sldId="1507"/>
            <ac:spMk id="4" creationId="{0AC919E9-2C10-CC57-066A-197F9D8E884D}"/>
          </ac:spMkLst>
        </pc:spChg>
        <pc:spChg chg="add mod">
          <ac:chgData name="dev balyan" userId="b58c3dbcc75ad324" providerId="Windows Live" clId="Web-{B0B3FF6E-9745-CE23-4D92-DAFD3E119D36}" dt="2026-05-05T21:51:46.059" v="1457" actId="1076"/>
          <ac:spMkLst>
            <pc:docMk/>
            <pc:sldMk cId="2941703714" sldId="1507"/>
            <ac:spMk id="5" creationId="{B68596CE-5EE1-3953-E4B8-9E64A8728DA1}"/>
          </ac:spMkLst>
        </pc:spChg>
        <pc:spChg chg="add mod">
          <ac:chgData name="dev balyan" userId="b58c3dbcc75ad324" providerId="Windows Live" clId="Web-{B0B3FF6E-9745-CE23-4D92-DAFD3E119D36}" dt="2026-05-05T21:51:51.638" v="1458" actId="1076"/>
          <ac:spMkLst>
            <pc:docMk/>
            <pc:sldMk cId="2941703714" sldId="1507"/>
            <ac:spMk id="6" creationId="{222A360E-0ECD-DBB2-DFA1-DFF3F47411E0}"/>
          </ac:spMkLst>
        </pc:spChg>
        <pc:spChg chg="add mod">
          <ac:chgData name="dev balyan" userId="b58c3dbcc75ad324" providerId="Windows Live" clId="Web-{B0B3FF6E-9745-CE23-4D92-DAFD3E119D36}" dt="2026-05-05T21:51:56.825" v="1459" actId="1076"/>
          <ac:spMkLst>
            <pc:docMk/>
            <pc:sldMk cId="2941703714" sldId="1507"/>
            <ac:spMk id="7" creationId="{437285F2-6998-4D93-028F-B426FFD185D8}"/>
          </ac:spMkLst>
        </pc:spChg>
        <pc:spChg chg="add mod">
          <ac:chgData name="dev balyan" userId="b58c3dbcc75ad324" providerId="Windows Live" clId="Web-{B0B3FF6E-9745-CE23-4D92-DAFD3E119D36}" dt="2026-05-05T21:52:03.107" v="1460" actId="1076"/>
          <ac:spMkLst>
            <pc:docMk/>
            <pc:sldMk cId="2941703714" sldId="1507"/>
            <ac:spMk id="8" creationId="{BACAAD6D-4138-72E3-3AAD-BCDAB7B8ED92}"/>
          </ac:spMkLst>
        </pc:spChg>
        <pc:spChg chg="add mod">
          <ac:chgData name="dev balyan" userId="b58c3dbcc75ad324" providerId="Windows Live" clId="Web-{B0B3FF6E-9745-CE23-4D92-DAFD3E119D36}" dt="2026-05-05T21:51:40.465" v="1456" actId="1076"/>
          <ac:spMkLst>
            <pc:docMk/>
            <pc:sldMk cId="2941703714" sldId="1507"/>
            <ac:spMk id="9" creationId="{C21F7741-2845-F81B-2E65-1687AE75DA76}"/>
          </ac:spMkLst>
        </pc:spChg>
        <pc:spChg chg="add del">
          <ac:chgData name="dev balyan" userId="b58c3dbcc75ad324" providerId="Windows Live" clId="Web-{B0B3FF6E-9745-CE23-4D92-DAFD3E119D36}" dt="2026-05-05T21:43:26.436" v="1224"/>
          <ac:spMkLst>
            <pc:docMk/>
            <pc:sldMk cId="2941703714" sldId="1507"/>
            <ac:spMk id="10" creationId="{361D558F-ABDD-9D75-1CB2-DF324FB0675C}"/>
          </ac:spMkLst>
        </pc:spChg>
        <pc:spChg chg="add mod">
          <ac:chgData name="dev balyan" userId="b58c3dbcc75ad324" providerId="Windows Live" clId="Web-{B0B3FF6E-9745-CE23-4D92-DAFD3E119D36}" dt="2026-05-05T21:52:13.702" v="1461" actId="1076"/>
          <ac:spMkLst>
            <pc:docMk/>
            <pc:sldMk cId="2941703714" sldId="1507"/>
            <ac:spMk id="11" creationId="{214280FD-4F17-5314-EDB3-6F6FF44E14AB}"/>
          </ac:spMkLst>
        </pc:spChg>
        <pc:spChg chg="add del mod">
          <ac:chgData name="dev balyan" userId="b58c3dbcc75ad324" providerId="Windows Live" clId="Web-{B0B3FF6E-9745-CE23-4D92-DAFD3E119D36}" dt="2026-05-05T21:46:21.157" v="1288"/>
          <ac:spMkLst>
            <pc:docMk/>
            <pc:sldMk cId="2941703714" sldId="1507"/>
            <ac:spMk id="12" creationId="{AF1D627F-2F49-2FCB-8373-3C370133FE4B}"/>
          </ac:spMkLst>
        </pc:spChg>
        <pc:spChg chg="add mod">
          <ac:chgData name="dev balyan" userId="b58c3dbcc75ad324" providerId="Windows Live" clId="Web-{B0B3FF6E-9745-CE23-4D92-DAFD3E119D36}" dt="2026-05-05T21:51:34.652" v="1455" actId="1076"/>
          <ac:spMkLst>
            <pc:docMk/>
            <pc:sldMk cId="2941703714" sldId="1507"/>
            <ac:spMk id="13" creationId="{078B9625-E83A-7DA5-3CC1-A879D597E4CF}"/>
          </ac:spMkLst>
        </pc:spChg>
        <pc:spChg chg="add mod">
          <ac:chgData name="dev balyan" userId="b58c3dbcc75ad324" providerId="Windows Live" clId="Web-{B0B3FF6E-9745-CE23-4D92-DAFD3E119D36}" dt="2026-05-05T21:51:17.791" v="1453" actId="1076"/>
          <ac:spMkLst>
            <pc:docMk/>
            <pc:sldMk cId="2941703714" sldId="1507"/>
            <ac:spMk id="14" creationId="{36C9DFB5-C65A-5EB4-6A68-10025D672354}"/>
          </ac:spMkLst>
        </pc:spChg>
      </pc:sldChg>
      <pc:sldChg chg="addSp modSp new">
        <pc:chgData name="dev balyan" userId="b58c3dbcc75ad324" providerId="Windows Live" clId="Web-{B0B3FF6E-9745-CE23-4D92-DAFD3E119D36}" dt="2026-05-05T21:51:03.634" v="1452"/>
        <pc:sldMkLst>
          <pc:docMk/>
          <pc:sldMk cId="2021332467" sldId="1508"/>
        </pc:sldMkLst>
        <pc:spChg chg="mod">
          <ac:chgData name="dev balyan" userId="b58c3dbcc75ad324" providerId="Windows Live" clId="Web-{B0B3FF6E-9745-CE23-4D92-DAFD3E119D36}" dt="2026-05-05T21:47:56.736" v="1335" actId="1076"/>
          <ac:spMkLst>
            <pc:docMk/>
            <pc:sldMk cId="2021332467" sldId="1508"/>
            <ac:spMk id="2" creationId="{556A68F8-BC7F-8ED9-053B-DEB6F382E154}"/>
          </ac:spMkLst>
        </pc:spChg>
        <pc:spChg chg="mod">
          <ac:chgData name="dev balyan" userId="b58c3dbcc75ad324" providerId="Windows Live" clId="Web-{B0B3FF6E-9745-CE23-4D92-DAFD3E119D36}" dt="2026-05-05T21:47:43.814" v="1333" actId="1076"/>
          <ac:spMkLst>
            <pc:docMk/>
            <pc:sldMk cId="2021332467" sldId="1508"/>
            <ac:spMk id="3" creationId="{A37652E7-972B-2952-3F09-A7B00781AFDC}"/>
          </ac:spMkLst>
        </pc:spChg>
        <pc:spChg chg="add mod">
          <ac:chgData name="dev balyan" userId="b58c3dbcc75ad324" providerId="Windows Live" clId="Web-{B0B3FF6E-9745-CE23-4D92-DAFD3E119D36}" dt="2026-05-05T21:48:54.190" v="1350" actId="1076"/>
          <ac:spMkLst>
            <pc:docMk/>
            <pc:sldMk cId="2021332467" sldId="1508"/>
            <ac:spMk id="4" creationId="{2CFA5899-A261-6988-2E63-72328B722906}"/>
          </ac:spMkLst>
        </pc:spChg>
        <pc:spChg chg="add mod">
          <ac:chgData name="dev balyan" userId="b58c3dbcc75ad324" providerId="Windows Live" clId="Web-{B0B3FF6E-9745-CE23-4D92-DAFD3E119D36}" dt="2026-05-05T21:50:41.522" v="1449" actId="20577"/>
          <ac:spMkLst>
            <pc:docMk/>
            <pc:sldMk cId="2021332467" sldId="1508"/>
            <ac:spMk id="5" creationId="{F82414D7-2C5A-EBF2-25B6-8A0FBE91BE58}"/>
          </ac:spMkLst>
        </pc:spChg>
        <pc:spChg chg="add mod">
          <ac:chgData name="dev balyan" userId="b58c3dbcc75ad324" providerId="Windows Live" clId="Web-{B0B3FF6E-9745-CE23-4D92-DAFD3E119D36}" dt="2026-05-05T21:51:03.634" v="1452"/>
          <ac:spMkLst>
            <pc:docMk/>
            <pc:sldMk cId="2021332467" sldId="1508"/>
            <ac:spMk id="6" creationId="{EB978DE6-62AC-1298-ECC5-8041A67A4AA2}"/>
          </ac:spMkLst>
        </pc:spChg>
      </pc:sldChg>
      <pc:sldChg chg="addSp modSp new">
        <pc:chgData name="dev balyan" userId="b58c3dbcc75ad324" providerId="Windows Live" clId="Web-{B0B3FF6E-9745-CE23-4D92-DAFD3E119D36}" dt="2026-05-05T21:59:08.327" v="1647"/>
        <pc:sldMkLst>
          <pc:docMk/>
          <pc:sldMk cId="1336369026" sldId="1509"/>
        </pc:sldMkLst>
        <pc:spChg chg="mod">
          <ac:chgData name="dev balyan" userId="b58c3dbcc75ad324" providerId="Windows Live" clId="Web-{B0B3FF6E-9745-CE23-4D92-DAFD3E119D36}" dt="2026-05-05T21:53:07.689" v="1466" actId="1076"/>
          <ac:spMkLst>
            <pc:docMk/>
            <pc:sldMk cId="1336369026" sldId="1509"/>
            <ac:spMk id="2" creationId="{CCB17D20-20BA-29E6-41AC-CDE5F9E56129}"/>
          </ac:spMkLst>
        </pc:spChg>
        <pc:spChg chg="mod">
          <ac:chgData name="dev balyan" userId="b58c3dbcc75ad324" providerId="Windows Live" clId="Web-{B0B3FF6E-9745-CE23-4D92-DAFD3E119D36}" dt="2026-05-05T21:53:00.455" v="1464" actId="1076"/>
          <ac:spMkLst>
            <pc:docMk/>
            <pc:sldMk cId="1336369026" sldId="1509"/>
            <ac:spMk id="3" creationId="{CAA47B0A-935E-E104-C3C8-0C4D3A29E5E1}"/>
          </ac:spMkLst>
        </pc:spChg>
        <pc:spChg chg="add mod">
          <ac:chgData name="dev balyan" userId="b58c3dbcc75ad324" providerId="Windows Live" clId="Web-{B0B3FF6E-9745-CE23-4D92-DAFD3E119D36}" dt="2026-05-05T21:53:55.426" v="1485" actId="1076"/>
          <ac:spMkLst>
            <pc:docMk/>
            <pc:sldMk cId="1336369026" sldId="1509"/>
            <ac:spMk id="4" creationId="{CDFB0D92-F51F-0E83-998E-C07C58D1B45D}"/>
          </ac:spMkLst>
        </pc:spChg>
        <pc:spChg chg="add mod">
          <ac:chgData name="dev balyan" userId="b58c3dbcc75ad324" providerId="Windows Live" clId="Web-{B0B3FF6E-9745-CE23-4D92-DAFD3E119D36}" dt="2026-05-05T21:56:23.526" v="1529" actId="14100"/>
          <ac:spMkLst>
            <pc:docMk/>
            <pc:sldMk cId="1336369026" sldId="1509"/>
            <ac:spMk id="5" creationId="{C604F564-00BB-6746-2F18-D9341A52FF97}"/>
          </ac:spMkLst>
        </pc:spChg>
        <pc:spChg chg="add mod">
          <ac:chgData name="dev balyan" userId="b58c3dbcc75ad324" providerId="Windows Live" clId="Web-{B0B3FF6E-9745-CE23-4D92-DAFD3E119D36}" dt="2026-05-05T21:57:35.434" v="1593" actId="1076"/>
          <ac:spMkLst>
            <pc:docMk/>
            <pc:sldMk cId="1336369026" sldId="1509"/>
            <ac:spMk id="6" creationId="{39744322-03AE-F0BE-104E-824C425ACF55}"/>
          </ac:spMkLst>
        </pc:spChg>
        <pc:spChg chg="add mod">
          <ac:chgData name="dev balyan" userId="b58c3dbcc75ad324" providerId="Windows Live" clId="Web-{B0B3FF6E-9745-CE23-4D92-DAFD3E119D36}" dt="2026-05-05T21:58:41.858" v="1644" actId="1076"/>
          <ac:spMkLst>
            <pc:docMk/>
            <pc:sldMk cId="1336369026" sldId="1509"/>
            <ac:spMk id="7" creationId="{88CABBF9-345B-7A44-A097-652B4D91C98E}"/>
          </ac:spMkLst>
        </pc:spChg>
        <pc:spChg chg="add mod">
          <ac:chgData name="dev balyan" userId="b58c3dbcc75ad324" providerId="Windows Live" clId="Web-{B0B3FF6E-9745-CE23-4D92-DAFD3E119D36}" dt="2026-05-05T21:59:08.327" v="1647"/>
          <ac:spMkLst>
            <pc:docMk/>
            <pc:sldMk cId="1336369026" sldId="1509"/>
            <ac:spMk id="8" creationId="{5B90AA00-FFE0-DAE0-F95B-19988CE5E464}"/>
          </ac:spMkLst>
        </pc:spChg>
      </pc:sldChg>
      <pc:sldChg chg="modSp new">
        <pc:chgData name="dev balyan" userId="b58c3dbcc75ad324" providerId="Windows Live" clId="Web-{B0B3FF6E-9745-CE23-4D92-DAFD3E119D36}" dt="2026-05-05T22:00:07.609" v="1680" actId="20577"/>
        <pc:sldMkLst>
          <pc:docMk/>
          <pc:sldMk cId="264776436" sldId="1510"/>
        </pc:sldMkLst>
        <pc:spChg chg="mod">
          <ac:chgData name="dev balyan" userId="b58c3dbcc75ad324" providerId="Windows Live" clId="Web-{B0B3FF6E-9745-CE23-4D92-DAFD3E119D36}" dt="2026-05-05T22:00:07.609" v="1680" actId="20577"/>
          <ac:spMkLst>
            <pc:docMk/>
            <pc:sldMk cId="264776436" sldId="1510"/>
            <ac:spMk id="3" creationId="{DA944330-9B1B-2CE6-2681-1C11635E6356}"/>
          </ac:spMkLst>
        </pc:spChg>
      </pc:sldChg>
      <pc:sldChg chg="addSp modSp new">
        <pc:chgData name="dev balyan" userId="b58c3dbcc75ad324" providerId="Windows Live" clId="Web-{B0B3FF6E-9745-CE23-4D92-DAFD3E119D36}" dt="2026-05-05T22:05:18.550" v="1889" actId="1076"/>
        <pc:sldMkLst>
          <pc:docMk/>
          <pc:sldMk cId="2530098940" sldId="1511"/>
        </pc:sldMkLst>
        <pc:spChg chg="mod">
          <ac:chgData name="dev balyan" userId="b58c3dbcc75ad324" providerId="Windows Live" clId="Web-{B0B3FF6E-9745-CE23-4D92-DAFD3E119D36}" dt="2026-05-05T22:01:03.860" v="1685" actId="1076"/>
          <ac:spMkLst>
            <pc:docMk/>
            <pc:sldMk cId="2530098940" sldId="1511"/>
            <ac:spMk id="2" creationId="{CCD40DEA-4588-0C7E-5473-BF4B6CD44AF1}"/>
          </ac:spMkLst>
        </pc:spChg>
        <pc:spChg chg="mod">
          <ac:chgData name="dev balyan" userId="b58c3dbcc75ad324" providerId="Windows Live" clId="Web-{B0B3FF6E-9745-CE23-4D92-DAFD3E119D36}" dt="2026-05-05T22:00:56.813" v="1683" actId="1076"/>
          <ac:spMkLst>
            <pc:docMk/>
            <pc:sldMk cId="2530098940" sldId="1511"/>
            <ac:spMk id="3" creationId="{D132FEC6-16DF-3ECD-7B0E-7B2F9FAAACA9}"/>
          </ac:spMkLst>
        </pc:spChg>
        <pc:spChg chg="add mod">
          <ac:chgData name="dev balyan" userId="b58c3dbcc75ad324" providerId="Windows Live" clId="Web-{B0B3FF6E-9745-CE23-4D92-DAFD3E119D36}" dt="2026-05-05T22:02:08.533" v="1708" actId="14100"/>
          <ac:spMkLst>
            <pc:docMk/>
            <pc:sldMk cId="2530098940" sldId="1511"/>
            <ac:spMk id="4" creationId="{8E2C86A5-A1C7-933E-AC8B-174B5751F9D2}"/>
          </ac:spMkLst>
        </pc:spChg>
        <pc:spChg chg="add mod">
          <ac:chgData name="dev balyan" userId="b58c3dbcc75ad324" providerId="Windows Live" clId="Web-{B0B3FF6E-9745-CE23-4D92-DAFD3E119D36}" dt="2026-05-05T22:04:33.191" v="1866" actId="1076"/>
          <ac:spMkLst>
            <pc:docMk/>
            <pc:sldMk cId="2530098940" sldId="1511"/>
            <ac:spMk id="5" creationId="{329D0C29-7FA9-96BE-D6ED-EFC1023E8CE7}"/>
          </ac:spMkLst>
        </pc:spChg>
        <pc:spChg chg="add mod">
          <ac:chgData name="dev balyan" userId="b58c3dbcc75ad324" providerId="Windows Live" clId="Web-{B0B3FF6E-9745-CE23-4D92-DAFD3E119D36}" dt="2026-05-05T22:05:18.550" v="1889" actId="1076"/>
          <ac:spMkLst>
            <pc:docMk/>
            <pc:sldMk cId="2530098940" sldId="1511"/>
            <ac:spMk id="6" creationId="{4D378EDA-DC65-7B8F-CBBB-7E13AFB90CAB}"/>
          </ac:spMkLst>
        </pc:spChg>
      </pc:sldChg>
      <pc:sldChg chg="addSp delSp modSp new">
        <pc:chgData name="dev balyan" userId="b58c3dbcc75ad324" providerId="Windows Live" clId="Web-{B0B3FF6E-9745-CE23-4D92-DAFD3E119D36}" dt="2026-05-05T22:17:06.582" v="2186"/>
        <pc:sldMkLst>
          <pc:docMk/>
          <pc:sldMk cId="3610255516" sldId="1512"/>
        </pc:sldMkLst>
        <pc:spChg chg="mod">
          <ac:chgData name="dev balyan" userId="b58c3dbcc75ad324" providerId="Windows Live" clId="Web-{B0B3FF6E-9745-CE23-4D92-DAFD3E119D36}" dt="2026-05-05T22:06:07.489" v="1894" actId="1076"/>
          <ac:spMkLst>
            <pc:docMk/>
            <pc:sldMk cId="3610255516" sldId="1512"/>
            <ac:spMk id="2" creationId="{733F0E00-CE98-E8C3-B4EF-66617579E5BD}"/>
          </ac:spMkLst>
        </pc:spChg>
        <pc:spChg chg="mod">
          <ac:chgData name="dev balyan" userId="b58c3dbcc75ad324" providerId="Windows Live" clId="Web-{B0B3FF6E-9745-CE23-4D92-DAFD3E119D36}" dt="2026-05-05T22:05:55.910" v="1892" actId="1076"/>
          <ac:spMkLst>
            <pc:docMk/>
            <pc:sldMk cId="3610255516" sldId="1512"/>
            <ac:spMk id="3" creationId="{A391E1C7-EE68-CC64-E026-E5497EEF31F7}"/>
          </ac:spMkLst>
        </pc:spChg>
        <pc:spChg chg="add del mod">
          <ac:chgData name="dev balyan" userId="b58c3dbcc75ad324" providerId="Windows Live" clId="Web-{B0B3FF6E-9745-CE23-4D92-DAFD3E119D36}" dt="2026-05-05T22:07:08.740" v="1908"/>
          <ac:spMkLst>
            <pc:docMk/>
            <pc:sldMk cId="3610255516" sldId="1512"/>
            <ac:spMk id="4" creationId="{C6317D69-F7A0-00FC-9C4F-34921A5D4754}"/>
          </ac:spMkLst>
        </pc:spChg>
        <pc:spChg chg="add mod">
          <ac:chgData name="dev balyan" userId="b58c3dbcc75ad324" providerId="Windows Live" clId="Web-{B0B3FF6E-9745-CE23-4D92-DAFD3E119D36}" dt="2026-05-05T22:07:51.026" v="1925" actId="1076"/>
          <ac:spMkLst>
            <pc:docMk/>
            <pc:sldMk cId="3610255516" sldId="1512"/>
            <ac:spMk id="5" creationId="{7C2DD0B8-DA36-058A-1C6D-50C29145BFFB}"/>
          </ac:spMkLst>
        </pc:spChg>
        <pc:spChg chg="add mod">
          <ac:chgData name="dev balyan" userId="b58c3dbcc75ad324" providerId="Windows Live" clId="Web-{B0B3FF6E-9745-CE23-4D92-DAFD3E119D36}" dt="2026-05-05T22:09:24.393" v="2013" actId="1076"/>
          <ac:spMkLst>
            <pc:docMk/>
            <pc:sldMk cId="3610255516" sldId="1512"/>
            <ac:spMk id="6" creationId="{3F3EE487-6DE4-15DD-852E-7FB0BC0D6701}"/>
          </ac:spMkLst>
        </pc:spChg>
        <pc:spChg chg="add mod">
          <ac:chgData name="dev balyan" userId="b58c3dbcc75ad324" providerId="Windows Live" clId="Web-{B0B3FF6E-9745-CE23-4D92-DAFD3E119D36}" dt="2026-05-05T22:11:15.274" v="2030" actId="1076"/>
          <ac:spMkLst>
            <pc:docMk/>
            <pc:sldMk cId="3610255516" sldId="1512"/>
            <ac:spMk id="7" creationId="{3EB53A60-6DB0-10B9-2A5E-86704557F04C}"/>
          </ac:spMkLst>
        </pc:spChg>
        <pc:spChg chg="add mod">
          <ac:chgData name="dev balyan" userId="b58c3dbcc75ad324" providerId="Windows Live" clId="Web-{B0B3FF6E-9745-CE23-4D92-DAFD3E119D36}" dt="2026-05-05T22:12:16.918" v="2061" actId="1076"/>
          <ac:spMkLst>
            <pc:docMk/>
            <pc:sldMk cId="3610255516" sldId="1512"/>
            <ac:spMk id="8" creationId="{1CC1827C-CA48-531F-472C-CE33B80A31E1}"/>
          </ac:spMkLst>
        </pc:spChg>
        <pc:spChg chg="add mod">
          <ac:chgData name="dev balyan" userId="b58c3dbcc75ad324" providerId="Windows Live" clId="Web-{B0B3FF6E-9745-CE23-4D92-DAFD3E119D36}" dt="2026-05-05T22:13:27.873" v="2112" actId="1076"/>
          <ac:spMkLst>
            <pc:docMk/>
            <pc:sldMk cId="3610255516" sldId="1512"/>
            <ac:spMk id="9" creationId="{991E3611-D70B-553C-7752-A0C597E683FF}"/>
          </ac:spMkLst>
        </pc:spChg>
        <pc:spChg chg="add mod">
          <ac:chgData name="dev balyan" userId="b58c3dbcc75ad324" providerId="Windows Live" clId="Web-{B0B3FF6E-9745-CE23-4D92-DAFD3E119D36}" dt="2026-05-05T22:15:54.706" v="2183" actId="1076"/>
          <ac:spMkLst>
            <pc:docMk/>
            <pc:sldMk cId="3610255516" sldId="1512"/>
            <ac:spMk id="10" creationId="{2A92D1B2-819E-080F-5AAB-796D2E2897DF}"/>
          </ac:spMkLst>
        </pc:spChg>
        <pc:spChg chg="add mod">
          <ac:chgData name="dev balyan" userId="b58c3dbcc75ad324" providerId="Windows Live" clId="Web-{B0B3FF6E-9745-CE23-4D92-DAFD3E119D36}" dt="2026-05-05T22:15:32.658" v="2181" actId="1076"/>
          <ac:spMkLst>
            <pc:docMk/>
            <pc:sldMk cId="3610255516" sldId="1512"/>
            <ac:spMk id="11" creationId="{0B16A730-DBAC-A273-4476-76B0D0072208}"/>
          </ac:spMkLst>
        </pc:spChg>
        <pc:spChg chg="add mod">
          <ac:chgData name="dev balyan" userId="b58c3dbcc75ad324" providerId="Windows Live" clId="Web-{B0B3FF6E-9745-CE23-4D92-DAFD3E119D36}" dt="2026-05-05T22:17:06.582" v="2186"/>
          <ac:spMkLst>
            <pc:docMk/>
            <pc:sldMk cId="3610255516" sldId="1512"/>
            <ac:spMk id="12" creationId="{024B80B7-FEB0-E132-960C-37E8A1777799}"/>
          </ac:spMkLst>
        </pc:spChg>
      </pc:sldChg>
      <pc:sldChg chg="modSp new">
        <pc:chgData name="dev balyan" userId="b58c3dbcc75ad324" providerId="Windows Live" clId="Web-{B0B3FF6E-9745-CE23-4D92-DAFD3E119D36}" dt="2026-05-05T22:18:08.489" v="2210" actId="20577"/>
        <pc:sldMkLst>
          <pc:docMk/>
          <pc:sldMk cId="3322370392" sldId="1513"/>
        </pc:sldMkLst>
        <pc:spChg chg="mod">
          <ac:chgData name="dev balyan" userId="b58c3dbcc75ad324" providerId="Windows Live" clId="Web-{B0B3FF6E-9745-CE23-4D92-DAFD3E119D36}" dt="2026-05-05T22:18:08.489" v="2210" actId="20577"/>
          <ac:spMkLst>
            <pc:docMk/>
            <pc:sldMk cId="3322370392" sldId="1513"/>
            <ac:spMk id="3" creationId="{14EF3BB4-8D49-27CB-10ED-31697EA55FB7}"/>
          </ac:spMkLst>
        </pc:spChg>
      </pc:sldChg>
      <pc:sldChg chg="addSp modSp new">
        <pc:chgData name="dev balyan" userId="b58c3dbcc75ad324" providerId="Windows Live" clId="Web-{B0B3FF6E-9745-CE23-4D92-DAFD3E119D36}" dt="2026-05-05T22:22:12.336" v="2254" actId="1076"/>
        <pc:sldMkLst>
          <pc:docMk/>
          <pc:sldMk cId="2102476889" sldId="1514"/>
        </pc:sldMkLst>
        <pc:spChg chg="mod">
          <ac:chgData name="dev balyan" userId="b58c3dbcc75ad324" providerId="Windows Live" clId="Web-{B0B3FF6E-9745-CE23-4D92-DAFD3E119D36}" dt="2026-05-05T22:18:38.802" v="2215" actId="1076"/>
          <ac:spMkLst>
            <pc:docMk/>
            <pc:sldMk cId="2102476889" sldId="1514"/>
            <ac:spMk id="2" creationId="{1DE90281-06DA-048C-B5E8-E13773778546}"/>
          </ac:spMkLst>
        </pc:spChg>
        <pc:spChg chg="mod">
          <ac:chgData name="dev balyan" userId="b58c3dbcc75ad324" providerId="Windows Live" clId="Web-{B0B3FF6E-9745-CE23-4D92-DAFD3E119D36}" dt="2026-05-05T22:18:31.177" v="2213" actId="1076"/>
          <ac:spMkLst>
            <pc:docMk/>
            <pc:sldMk cId="2102476889" sldId="1514"/>
            <ac:spMk id="3" creationId="{DF3DE141-0EDA-A3F3-0D17-9534A4DCA3FE}"/>
          </ac:spMkLst>
        </pc:spChg>
        <pc:spChg chg="add mod">
          <ac:chgData name="dev balyan" userId="b58c3dbcc75ad324" providerId="Windows Live" clId="Web-{B0B3FF6E-9745-CE23-4D92-DAFD3E119D36}" dt="2026-05-05T22:19:35.569" v="2230" actId="14100"/>
          <ac:spMkLst>
            <pc:docMk/>
            <pc:sldMk cId="2102476889" sldId="1514"/>
            <ac:spMk id="4" creationId="{D55F782D-9D1A-1195-00E4-DE592D9713B3}"/>
          </ac:spMkLst>
        </pc:spChg>
        <pc:spChg chg="add mod">
          <ac:chgData name="dev balyan" userId="b58c3dbcc75ad324" providerId="Windows Live" clId="Web-{B0B3FF6E-9745-CE23-4D92-DAFD3E119D36}" dt="2026-05-05T22:21:33.398" v="2251" actId="20577"/>
          <ac:spMkLst>
            <pc:docMk/>
            <pc:sldMk cId="2102476889" sldId="1514"/>
            <ac:spMk id="5" creationId="{393CCF4B-0949-0169-7DE3-0E4B34B41981}"/>
          </ac:spMkLst>
        </pc:spChg>
        <pc:spChg chg="add mod">
          <ac:chgData name="dev balyan" userId="b58c3dbcc75ad324" providerId="Windows Live" clId="Web-{B0B3FF6E-9745-CE23-4D92-DAFD3E119D36}" dt="2026-05-05T22:22:12.336" v="2254" actId="1076"/>
          <ac:spMkLst>
            <pc:docMk/>
            <pc:sldMk cId="2102476889" sldId="1514"/>
            <ac:spMk id="6" creationId="{876ED93B-3631-BC1D-37F2-650670F5BC8F}"/>
          </ac:spMkLst>
        </pc:spChg>
      </pc:sldChg>
      <pc:sldChg chg="addSp modSp new">
        <pc:chgData name="dev balyan" userId="b58c3dbcc75ad324" providerId="Windows Live" clId="Web-{B0B3FF6E-9745-CE23-4D92-DAFD3E119D36}" dt="2026-05-05T22:25:02.091" v="2303" actId="1076"/>
        <pc:sldMkLst>
          <pc:docMk/>
          <pc:sldMk cId="456785275" sldId="1515"/>
        </pc:sldMkLst>
        <pc:spChg chg="mod">
          <ac:chgData name="dev balyan" userId="b58c3dbcc75ad324" providerId="Windows Live" clId="Web-{B0B3FF6E-9745-CE23-4D92-DAFD3E119D36}" dt="2026-05-05T22:23:03.165" v="2257" actId="1076"/>
          <ac:spMkLst>
            <pc:docMk/>
            <pc:sldMk cId="456785275" sldId="1515"/>
            <ac:spMk id="2" creationId="{F7A6021E-0F01-29F0-3691-86C9C7F4D5D0}"/>
          </ac:spMkLst>
        </pc:spChg>
        <pc:spChg chg="mod">
          <ac:chgData name="dev balyan" userId="b58c3dbcc75ad324" providerId="Windows Live" clId="Web-{B0B3FF6E-9745-CE23-4D92-DAFD3E119D36}" dt="2026-05-05T22:23:08.883" v="2259" actId="1076"/>
          <ac:spMkLst>
            <pc:docMk/>
            <pc:sldMk cId="456785275" sldId="1515"/>
            <ac:spMk id="3" creationId="{B3090466-5CF1-59FF-FA06-B2313B6A6C2E}"/>
          </ac:spMkLst>
        </pc:spChg>
        <pc:spChg chg="add mod">
          <ac:chgData name="dev balyan" userId="b58c3dbcc75ad324" providerId="Windows Live" clId="Web-{B0B3FF6E-9745-CE23-4D92-DAFD3E119D36}" dt="2026-05-05T22:23:50.040" v="2276" actId="1076"/>
          <ac:spMkLst>
            <pc:docMk/>
            <pc:sldMk cId="456785275" sldId="1515"/>
            <ac:spMk id="4" creationId="{5FBF68A6-F793-5A22-726E-EAEC62BFF96E}"/>
          </ac:spMkLst>
        </pc:spChg>
        <pc:spChg chg="add mod">
          <ac:chgData name="dev balyan" userId="b58c3dbcc75ad324" providerId="Windows Live" clId="Web-{B0B3FF6E-9745-CE23-4D92-DAFD3E119D36}" dt="2026-05-05T22:25:02.091" v="2303" actId="1076"/>
          <ac:spMkLst>
            <pc:docMk/>
            <pc:sldMk cId="456785275" sldId="1515"/>
            <ac:spMk id="5" creationId="{F5F27306-73AD-3581-5089-3B08FA83635E}"/>
          </ac:spMkLst>
        </pc:spChg>
      </pc:sldChg>
      <pc:sldChg chg="addSp modSp new">
        <pc:chgData name="dev balyan" userId="b58c3dbcc75ad324" providerId="Windows Live" clId="Web-{B0B3FF6E-9745-CE23-4D92-DAFD3E119D36}" dt="2026-05-05T22:27:29.132" v="2339" actId="20577"/>
        <pc:sldMkLst>
          <pc:docMk/>
          <pc:sldMk cId="3908790204" sldId="1516"/>
        </pc:sldMkLst>
        <pc:spChg chg="mod">
          <ac:chgData name="dev balyan" userId="b58c3dbcc75ad324" providerId="Windows Live" clId="Web-{B0B3FF6E-9745-CE23-4D92-DAFD3E119D36}" dt="2026-05-05T22:25:50.454" v="2306" actId="1076"/>
          <ac:spMkLst>
            <pc:docMk/>
            <pc:sldMk cId="3908790204" sldId="1516"/>
            <ac:spMk id="2" creationId="{AA004E39-B497-D7A0-8358-48DD87387A7F}"/>
          </ac:spMkLst>
        </pc:spChg>
        <pc:spChg chg="mod">
          <ac:chgData name="dev balyan" userId="b58c3dbcc75ad324" providerId="Windows Live" clId="Web-{B0B3FF6E-9745-CE23-4D92-DAFD3E119D36}" dt="2026-05-05T22:25:55.033" v="2307" actId="1076"/>
          <ac:spMkLst>
            <pc:docMk/>
            <pc:sldMk cId="3908790204" sldId="1516"/>
            <ac:spMk id="3" creationId="{03672E00-7A98-BE5C-2E6B-A5AC56875081}"/>
          </ac:spMkLst>
        </pc:spChg>
        <pc:spChg chg="add mod">
          <ac:chgData name="dev balyan" userId="b58c3dbcc75ad324" providerId="Windows Live" clId="Web-{B0B3FF6E-9745-CE23-4D92-DAFD3E119D36}" dt="2026-05-05T22:26:40.583" v="2322" actId="14100"/>
          <ac:spMkLst>
            <pc:docMk/>
            <pc:sldMk cId="3908790204" sldId="1516"/>
            <ac:spMk id="4" creationId="{F7CD961F-6D79-7A76-B557-7D9D95BEF4AD}"/>
          </ac:spMkLst>
        </pc:spChg>
        <pc:spChg chg="add mod">
          <ac:chgData name="dev balyan" userId="b58c3dbcc75ad324" providerId="Windows Live" clId="Web-{B0B3FF6E-9745-CE23-4D92-DAFD3E119D36}" dt="2026-05-05T22:27:29.132" v="2339" actId="20577"/>
          <ac:spMkLst>
            <pc:docMk/>
            <pc:sldMk cId="3908790204" sldId="1516"/>
            <ac:spMk id="5" creationId="{6471487B-BC18-EA5D-2E59-C17CC2DF7736}"/>
          </ac:spMkLst>
        </pc:spChg>
      </pc:sldChg>
      <pc:sldChg chg="addSp modSp new">
        <pc:chgData name="dev balyan" userId="b58c3dbcc75ad324" providerId="Windows Live" clId="Web-{B0B3FF6E-9745-CE23-4D92-DAFD3E119D36}" dt="2026-05-05T22:31:49.813" v="2357" actId="1076"/>
        <pc:sldMkLst>
          <pc:docMk/>
          <pc:sldMk cId="2934401831" sldId="1517"/>
        </pc:sldMkLst>
        <pc:spChg chg="mod">
          <ac:chgData name="dev balyan" userId="b58c3dbcc75ad324" providerId="Windows Live" clId="Web-{B0B3FF6E-9745-CE23-4D92-DAFD3E119D36}" dt="2026-05-05T22:30:47.718" v="2342" actId="1076"/>
          <ac:spMkLst>
            <pc:docMk/>
            <pc:sldMk cId="2934401831" sldId="1517"/>
            <ac:spMk id="2" creationId="{8B766298-908A-2F57-8308-D71075E0983D}"/>
          </ac:spMkLst>
        </pc:spChg>
        <pc:spChg chg="mod">
          <ac:chgData name="dev balyan" userId="b58c3dbcc75ad324" providerId="Windows Live" clId="Web-{B0B3FF6E-9745-CE23-4D92-DAFD3E119D36}" dt="2026-05-05T22:30:52.577" v="2344" actId="1076"/>
          <ac:spMkLst>
            <pc:docMk/>
            <pc:sldMk cId="2934401831" sldId="1517"/>
            <ac:spMk id="3" creationId="{263EE241-C574-97E3-A84D-E443B972A25F}"/>
          </ac:spMkLst>
        </pc:spChg>
        <pc:spChg chg="add mod">
          <ac:chgData name="dev balyan" userId="b58c3dbcc75ad324" providerId="Windows Live" clId="Web-{B0B3FF6E-9745-CE23-4D92-DAFD3E119D36}" dt="2026-05-05T22:31:49.813" v="2357" actId="1076"/>
          <ac:spMkLst>
            <pc:docMk/>
            <pc:sldMk cId="2934401831" sldId="1517"/>
            <ac:spMk id="4" creationId="{9ED956B0-31CE-41E2-7471-701BFF757068}"/>
          </ac:spMkLst>
        </pc:spChg>
      </pc:sldChg>
    </pc:docChg>
  </pc:docChgLst>
  <pc:docChgLst>
    <pc:chgData name="Chandra Mouli Kotta kota" userId="5fe5cc5c0dc36bb4" providerId="LiveId" clId="{14693061-018D-4BFC-863A-740DC1BB17C0}"/>
    <pc:docChg chg="delSld modSld">
      <pc:chgData name="Chandra Mouli Kotta kota" userId="5fe5cc5c0dc36bb4" providerId="LiveId" clId="{14693061-018D-4BFC-863A-740DC1BB17C0}" dt="2026-04-24T06:14:35.144" v="3" actId="1076"/>
      <pc:docMkLst>
        <pc:docMk/>
      </pc:docMkLst>
      <pc:sldMasterChg chg="delSldLayout">
        <pc:chgData name="Chandra Mouli Kotta kota" userId="5fe5cc5c0dc36bb4" providerId="LiveId" clId="{14693061-018D-4BFC-863A-740DC1BB17C0}" dt="2026-04-24T06:14:22.386" v="0" actId="47"/>
        <pc:sldMasterMkLst>
          <pc:docMk/>
          <pc:sldMasterMk cId="109456712" sldId="2147483660"/>
        </pc:sldMasterMkLst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A4D131-B4EE-4A91-996C-3F4EB1A6DD05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IN"/>
        </a:p>
      </dgm:t>
    </dgm:pt>
    <dgm:pt modelId="{9401F8BF-C72D-4001-B799-F9A79386B12F}">
      <dgm:prSet/>
      <dgm:spPr/>
      <dgm:t>
        <a:bodyPr/>
        <a:lstStyle/>
        <a:p>
          <a:r>
            <a:rPr lang="en-IN" dirty="0"/>
            <a:t>Customer Demographics </a:t>
          </a:r>
        </a:p>
      </dgm:t>
    </dgm:pt>
    <dgm:pt modelId="{4F5845DE-1B82-4C25-BA7B-F0DDCD8C5095}" type="parTrans" cxnId="{1E5E81AA-6914-4F52-BA5A-ADE5140C07C8}">
      <dgm:prSet/>
      <dgm:spPr/>
      <dgm:t>
        <a:bodyPr/>
        <a:lstStyle/>
        <a:p>
          <a:endParaRPr lang="en-IN"/>
        </a:p>
      </dgm:t>
    </dgm:pt>
    <dgm:pt modelId="{452548AE-2C08-450C-AE22-F54CCEF8B05B}" type="sibTrans" cxnId="{1E5E81AA-6914-4F52-BA5A-ADE5140C07C8}">
      <dgm:prSet/>
      <dgm:spPr/>
      <dgm:t>
        <a:bodyPr/>
        <a:lstStyle/>
        <a:p>
          <a:endParaRPr lang="en-IN"/>
        </a:p>
      </dgm:t>
    </dgm:pt>
    <dgm:pt modelId="{C9E4CBAD-09FA-48D9-86D0-016D94FC0378}">
      <dgm:prSet/>
      <dgm:spPr/>
      <dgm:t>
        <a:bodyPr/>
        <a:lstStyle/>
        <a:p>
          <a:r>
            <a:rPr lang="en-IN"/>
            <a:t>Account Analysis </a:t>
          </a:r>
        </a:p>
      </dgm:t>
    </dgm:pt>
    <dgm:pt modelId="{3D0FC6DA-2283-4E1A-8DC9-ECAE68059D72}" type="parTrans" cxnId="{C10214AD-548F-45AA-8765-EE8D36E02329}">
      <dgm:prSet/>
      <dgm:spPr/>
      <dgm:t>
        <a:bodyPr/>
        <a:lstStyle/>
        <a:p>
          <a:endParaRPr lang="en-IN"/>
        </a:p>
      </dgm:t>
    </dgm:pt>
    <dgm:pt modelId="{DBC28E25-306D-4F09-819A-B9CCF5F13C4A}" type="sibTrans" cxnId="{C10214AD-548F-45AA-8765-EE8D36E02329}">
      <dgm:prSet/>
      <dgm:spPr/>
      <dgm:t>
        <a:bodyPr/>
        <a:lstStyle/>
        <a:p>
          <a:endParaRPr lang="en-IN"/>
        </a:p>
      </dgm:t>
    </dgm:pt>
    <dgm:pt modelId="{5854B721-8210-4440-9DFD-E9B456D52542}">
      <dgm:prSet/>
      <dgm:spPr/>
      <dgm:t>
        <a:bodyPr/>
        <a:lstStyle/>
        <a:p>
          <a:r>
            <a:rPr lang="en-IN"/>
            <a:t>Transaction Analysis </a:t>
          </a:r>
        </a:p>
      </dgm:t>
    </dgm:pt>
    <dgm:pt modelId="{62E8009D-E8BB-4E3A-85FD-88D298A12114}" type="parTrans" cxnId="{86328E71-4B4C-4C2A-8F53-CA1D68203CAD}">
      <dgm:prSet/>
      <dgm:spPr/>
      <dgm:t>
        <a:bodyPr/>
        <a:lstStyle/>
        <a:p>
          <a:endParaRPr lang="en-IN"/>
        </a:p>
      </dgm:t>
    </dgm:pt>
    <dgm:pt modelId="{09D6F499-D895-4096-9436-235A0D885C7D}" type="sibTrans" cxnId="{86328E71-4B4C-4C2A-8F53-CA1D68203CAD}">
      <dgm:prSet/>
      <dgm:spPr/>
      <dgm:t>
        <a:bodyPr/>
        <a:lstStyle/>
        <a:p>
          <a:endParaRPr lang="en-IN"/>
        </a:p>
      </dgm:t>
    </dgm:pt>
    <dgm:pt modelId="{D8631B06-3D9F-45BF-933D-86D409A93D00}">
      <dgm:prSet/>
      <dgm:spPr/>
      <dgm:t>
        <a:bodyPr/>
        <a:lstStyle/>
        <a:p>
          <a:r>
            <a:rPr lang="en-IN"/>
            <a:t>Loan Analysis </a:t>
          </a:r>
        </a:p>
      </dgm:t>
    </dgm:pt>
    <dgm:pt modelId="{AAD603E9-82E3-437A-A1FA-67F90A40806C}" type="parTrans" cxnId="{1150732A-D863-4552-9A26-9F7B28217FF0}">
      <dgm:prSet/>
      <dgm:spPr/>
      <dgm:t>
        <a:bodyPr/>
        <a:lstStyle/>
        <a:p>
          <a:endParaRPr lang="en-IN"/>
        </a:p>
      </dgm:t>
    </dgm:pt>
    <dgm:pt modelId="{9A483F8A-CDD3-4D20-903D-7C39CB8C7F70}" type="sibTrans" cxnId="{1150732A-D863-4552-9A26-9F7B28217FF0}">
      <dgm:prSet/>
      <dgm:spPr/>
      <dgm:t>
        <a:bodyPr/>
        <a:lstStyle/>
        <a:p>
          <a:endParaRPr lang="en-IN"/>
        </a:p>
      </dgm:t>
    </dgm:pt>
    <dgm:pt modelId="{613F12A2-0389-4FD4-B4D3-CF2421359B11}">
      <dgm:prSet/>
      <dgm:spPr/>
      <dgm:t>
        <a:bodyPr/>
        <a:lstStyle/>
        <a:p>
          <a:r>
            <a:rPr lang="en-IN"/>
            <a:t>Card Analysis </a:t>
          </a:r>
        </a:p>
      </dgm:t>
    </dgm:pt>
    <dgm:pt modelId="{2321CEFB-A4AA-458D-9C16-800A2FD0D850}" type="parTrans" cxnId="{A9F74679-0B85-40CB-BE10-6FD95D05F9A0}">
      <dgm:prSet/>
      <dgm:spPr/>
      <dgm:t>
        <a:bodyPr/>
        <a:lstStyle/>
        <a:p>
          <a:endParaRPr lang="en-IN"/>
        </a:p>
      </dgm:t>
    </dgm:pt>
    <dgm:pt modelId="{2BC16B12-4D6D-4717-A038-AE927B0B64A9}" type="sibTrans" cxnId="{A9F74679-0B85-40CB-BE10-6FD95D05F9A0}">
      <dgm:prSet/>
      <dgm:spPr/>
      <dgm:t>
        <a:bodyPr/>
        <a:lstStyle/>
        <a:p>
          <a:endParaRPr lang="en-IN"/>
        </a:p>
      </dgm:t>
    </dgm:pt>
    <dgm:pt modelId="{0BBC3F71-EA30-4B7E-A4B6-32ED0693D32F}">
      <dgm:prSet/>
      <dgm:spPr/>
      <dgm:t>
        <a:bodyPr/>
        <a:lstStyle/>
        <a:p>
          <a:r>
            <a:rPr lang="en-IN"/>
            <a:t>District Analysis </a:t>
          </a:r>
        </a:p>
      </dgm:t>
    </dgm:pt>
    <dgm:pt modelId="{2793E97B-51CF-4538-AEAB-156192F1F0D7}" type="parTrans" cxnId="{5B313585-1F4A-40F0-927C-D5A7448AE353}">
      <dgm:prSet/>
      <dgm:spPr/>
      <dgm:t>
        <a:bodyPr/>
        <a:lstStyle/>
        <a:p>
          <a:endParaRPr lang="en-IN"/>
        </a:p>
      </dgm:t>
    </dgm:pt>
    <dgm:pt modelId="{B1C14C71-9C68-46AB-B6C4-FABF7C5F21F4}" type="sibTrans" cxnId="{5B313585-1F4A-40F0-927C-D5A7448AE353}">
      <dgm:prSet/>
      <dgm:spPr/>
      <dgm:t>
        <a:bodyPr/>
        <a:lstStyle/>
        <a:p>
          <a:endParaRPr lang="en-IN"/>
        </a:p>
      </dgm:t>
    </dgm:pt>
    <dgm:pt modelId="{584A9782-6AE2-4508-95D4-128183FFA1FF}" type="pres">
      <dgm:prSet presAssocID="{2EA4D131-B4EE-4A91-996C-3F4EB1A6DD05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1E0D5A3-CCA2-477D-8D46-CDDF5BA7D510}" type="pres">
      <dgm:prSet presAssocID="{9401F8BF-C72D-4001-B799-F9A79386B12F}" presName="hierRoot1" presStyleCnt="0">
        <dgm:presLayoutVars>
          <dgm:hierBranch val="init"/>
        </dgm:presLayoutVars>
      </dgm:prSet>
      <dgm:spPr/>
    </dgm:pt>
    <dgm:pt modelId="{7FB844BD-8F50-4710-B5D2-0CC56BE2D472}" type="pres">
      <dgm:prSet presAssocID="{9401F8BF-C72D-4001-B799-F9A79386B12F}" presName="rootComposite1" presStyleCnt="0"/>
      <dgm:spPr/>
    </dgm:pt>
    <dgm:pt modelId="{DFB026EA-1FB1-4BFE-98F4-E66E1D0EA085}" type="pres">
      <dgm:prSet presAssocID="{9401F8BF-C72D-4001-B799-F9A79386B12F}" presName="rootText1" presStyleLbl="alignAcc1" presStyleIdx="0" presStyleCnt="0">
        <dgm:presLayoutVars>
          <dgm:chPref val="3"/>
        </dgm:presLayoutVars>
      </dgm:prSet>
      <dgm:spPr/>
    </dgm:pt>
    <dgm:pt modelId="{D860820F-1D91-4CBB-8526-C3E5BFF349F9}" type="pres">
      <dgm:prSet presAssocID="{9401F8BF-C72D-4001-B799-F9A79386B12F}" presName="topArc1" presStyleLbl="parChTrans1D1" presStyleIdx="0" presStyleCnt="12"/>
      <dgm:spPr/>
    </dgm:pt>
    <dgm:pt modelId="{B5C8ABE0-D19C-4E60-942E-32AD4033AB85}" type="pres">
      <dgm:prSet presAssocID="{9401F8BF-C72D-4001-B799-F9A79386B12F}" presName="bottomArc1" presStyleLbl="parChTrans1D1" presStyleIdx="1" presStyleCnt="12"/>
      <dgm:spPr/>
    </dgm:pt>
    <dgm:pt modelId="{5833BB27-9F8F-403C-B538-5A3198B2F49E}" type="pres">
      <dgm:prSet presAssocID="{9401F8BF-C72D-4001-B799-F9A79386B12F}" presName="topConnNode1" presStyleLbl="node1" presStyleIdx="0" presStyleCnt="0"/>
      <dgm:spPr/>
    </dgm:pt>
    <dgm:pt modelId="{EF2658B4-411C-4ABF-9444-E4E5AF05E874}" type="pres">
      <dgm:prSet presAssocID="{9401F8BF-C72D-4001-B799-F9A79386B12F}" presName="hierChild2" presStyleCnt="0"/>
      <dgm:spPr/>
    </dgm:pt>
    <dgm:pt modelId="{E03556FE-4582-47E8-B49F-F097E6191910}" type="pres">
      <dgm:prSet presAssocID="{9401F8BF-C72D-4001-B799-F9A79386B12F}" presName="hierChild3" presStyleCnt="0"/>
      <dgm:spPr/>
    </dgm:pt>
    <dgm:pt modelId="{DA45A2A3-7CA0-4BC5-936A-F9282A290F8C}" type="pres">
      <dgm:prSet presAssocID="{C9E4CBAD-09FA-48D9-86D0-016D94FC0378}" presName="hierRoot1" presStyleCnt="0">
        <dgm:presLayoutVars>
          <dgm:hierBranch val="init"/>
        </dgm:presLayoutVars>
      </dgm:prSet>
      <dgm:spPr/>
    </dgm:pt>
    <dgm:pt modelId="{3B89C5C9-65F0-4D54-B4AD-AC8BF70450F0}" type="pres">
      <dgm:prSet presAssocID="{C9E4CBAD-09FA-48D9-86D0-016D94FC0378}" presName="rootComposite1" presStyleCnt="0"/>
      <dgm:spPr/>
    </dgm:pt>
    <dgm:pt modelId="{8C4716DE-1418-4313-A701-52975E555AA8}" type="pres">
      <dgm:prSet presAssocID="{C9E4CBAD-09FA-48D9-86D0-016D94FC0378}" presName="rootText1" presStyleLbl="alignAcc1" presStyleIdx="0" presStyleCnt="0">
        <dgm:presLayoutVars>
          <dgm:chPref val="3"/>
        </dgm:presLayoutVars>
      </dgm:prSet>
      <dgm:spPr/>
    </dgm:pt>
    <dgm:pt modelId="{9DB84CBD-CF0E-47E5-86DD-DC64307C11BC}" type="pres">
      <dgm:prSet presAssocID="{C9E4CBAD-09FA-48D9-86D0-016D94FC0378}" presName="topArc1" presStyleLbl="parChTrans1D1" presStyleIdx="2" presStyleCnt="12"/>
      <dgm:spPr/>
    </dgm:pt>
    <dgm:pt modelId="{09661298-451E-4FE0-9DDF-430993C9B4D3}" type="pres">
      <dgm:prSet presAssocID="{C9E4CBAD-09FA-48D9-86D0-016D94FC0378}" presName="bottomArc1" presStyleLbl="parChTrans1D1" presStyleIdx="3" presStyleCnt="12"/>
      <dgm:spPr/>
    </dgm:pt>
    <dgm:pt modelId="{8ED4FDD6-F4F1-42A8-8187-3851777F874C}" type="pres">
      <dgm:prSet presAssocID="{C9E4CBAD-09FA-48D9-86D0-016D94FC0378}" presName="topConnNode1" presStyleLbl="node1" presStyleIdx="0" presStyleCnt="0"/>
      <dgm:spPr/>
    </dgm:pt>
    <dgm:pt modelId="{B22D6BB4-0E18-495B-815B-A28F7E991B13}" type="pres">
      <dgm:prSet presAssocID="{C9E4CBAD-09FA-48D9-86D0-016D94FC0378}" presName="hierChild2" presStyleCnt="0"/>
      <dgm:spPr/>
    </dgm:pt>
    <dgm:pt modelId="{52A13034-C886-4C39-831E-48988DC1579E}" type="pres">
      <dgm:prSet presAssocID="{C9E4CBAD-09FA-48D9-86D0-016D94FC0378}" presName="hierChild3" presStyleCnt="0"/>
      <dgm:spPr/>
    </dgm:pt>
    <dgm:pt modelId="{6F0C2307-81F6-40E6-AB1C-79760EB6780F}" type="pres">
      <dgm:prSet presAssocID="{5854B721-8210-4440-9DFD-E9B456D52542}" presName="hierRoot1" presStyleCnt="0">
        <dgm:presLayoutVars>
          <dgm:hierBranch val="init"/>
        </dgm:presLayoutVars>
      </dgm:prSet>
      <dgm:spPr/>
    </dgm:pt>
    <dgm:pt modelId="{46235C17-45AA-411D-88F8-CE20EB294F21}" type="pres">
      <dgm:prSet presAssocID="{5854B721-8210-4440-9DFD-E9B456D52542}" presName="rootComposite1" presStyleCnt="0"/>
      <dgm:spPr/>
    </dgm:pt>
    <dgm:pt modelId="{5A5360A9-119B-4DB9-B8CB-E8535DE10303}" type="pres">
      <dgm:prSet presAssocID="{5854B721-8210-4440-9DFD-E9B456D52542}" presName="rootText1" presStyleLbl="alignAcc1" presStyleIdx="0" presStyleCnt="0">
        <dgm:presLayoutVars>
          <dgm:chPref val="3"/>
        </dgm:presLayoutVars>
      </dgm:prSet>
      <dgm:spPr/>
    </dgm:pt>
    <dgm:pt modelId="{0288BEB3-AE9C-47C3-BF63-BAA4C0F844C1}" type="pres">
      <dgm:prSet presAssocID="{5854B721-8210-4440-9DFD-E9B456D52542}" presName="topArc1" presStyleLbl="parChTrans1D1" presStyleIdx="4" presStyleCnt="12"/>
      <dgm:spPr/>
    </dgm:pt>
    <dgm:pt modelId="{0B8590F7-C1C8-4C73-BF22-D9A35E5DE8AC}" type="pres">
      <dgm:prSet presAssocID="{5854B721-8210-4440-9DFD-E9B456D52542}" presName="bottomArc1" presStyleLbl="parChTrans1D1" presStyleIdx="5" presStyleCnt="12"/>
      <dgm:spPr/>
    </dgm:pt>
    <dgm:pt modelId="{1B645843-74B1-49ED-BB6F-78C5E37FB521}" type="pres">
      <dgm:prSet presAssocID="{5854B721-8210-4440-9DFD-E9B456D52542}" presName="topConnNode1" presStyleLbl="node1" presStyleIdx="0" presStyleCnt="0"/>
      <dgm:spPr/>
    </dgm:pt>
    <dgm:pt modelId="{D3C584D8-CB66-4E57-8EA9-ED7E297F2ACE}" type="pres">
      <dgm:prSet presAssocID="{5854B721-8210-4440-9DFD-E9B456D52542}" presName="hierChild2" presStyleCnt="0"/>
      <dgm:spPr/>
    </dgm:pt>
    <dgm:pt modelId="{53FE0A34-1A10-450B-B19F-8B40895DDEC6}" type="pres">
      <dgm:prSet presAssocID="{5854B721-8210-4440-9DFD-E9B456D52542}" presName="hierChild3" presStyleCnt="0"/>
      <dgm:spPr/>
    </dgm:pt>
    <dgm:pt modelId="{BAC51F49-997A-4711-934C-4681DEFE9F33}" type="pres">
      <dgm:prSet presAssocID="{D8631B06-3D9F-45BF-933D-86D409A93D00}" presName="hierRoot1" presStyleCnt="0">
        <dgm:presLayoutVars>
          <dgm:hierBranch val="init"/>
        </dgm:presLayoutVars>
      </dgm:prSet>
      <dgm:spPr/>
    </dgm:pt>
    <dgm:pt modelId="{0D3DA9C2-E944-460C-967B-08C428C5334D}" type="pres">
      <dgm:prSet presAssocID="{D8631B06-3D9F-45BF-933D-86D409A93D00}" presName="rootComposite1" presStyleCnt="0"/>
      <dgm:spPr/>
    </dgm:pt>
    <dgm:pt modelId="{9B4B989F-5F3D-403C-BED3-5A7C13E616FB}" type="pres">
      <dgm:prSet presAssocID="{D8631B06-3D9F-45BF-933D-86D409A93D00}" presName="rootText1" presStyleLbl="alignAcc1" presStyleIdx="0" presStyleCnt="0">
        <dgm:presLayoutVars>
          <dgm:chPref val="3"/>
        </dgm:presLayoutVars>
      </dgm:prSet>
      <dgm:spPr/>
    </dgm:pt>
    <dgm:pt modelId="{884E954B-D781-4D7C-AFE3-63494CCD5336}" type="pres">
      <dgm:prSet presAssocID="{D8631B06-3D9F-45BF-933D-86D409A93D00}" presName="topArc1" presStyleLbl="parChTrans1D1" presStyleIdx="6" presStyleCnt="12"/>
      <dgm:spPr/>
    </dgm:pt>
    <dgm:pt modelId="{B1513B49-84E4-4C16-B9D1-B321776342D8}" type="pres">
      <dgm:prSet presAssocID="{D8631B06-3D9F-45BF-933D-86D409A93D00}" presName="bottomArc1" presStyleLbl="parChTrans1D1" presStyleIdx="7" presStyleCnt="12"/>
      <dgm:spPr/>
    </dgm:pt>
    <dgm:pt modelId="{5ACC58AA-2D17-4556-8B88-1275699BDA69}" type="pres">
      <dgm:prSet presAssocID="{D8631B06-3D9F-45BF-933D-86D409A93D00}" presName="topConnNode1" presStyleLbl="node1" presStyleIdx="0" presStyleCnt="0"/>
      <dgm:spPr/>
    </dgm:pt>
    <dgm:pt modelId="{997F542D-9611-4FDC-A093-EFF1304F6EED}" type="pres">
      <dgm:prSet presAssocID="{D8631B06-3D9F-45BF-933D-86D409A93D00}" presName="hierChild2" presStyleCnt="0"/>
      <dgm:spPr/>
    </dgm:pt>
    <dgm:pt modelId="{4960A9D8-8B17-4743-ADE5-4F4F2C375827}" type="pres">
      <dgm:prSet presAssocID="{D8631B06-3D9F-45BF-933D-86D409A93D00}" presName="hierChild3" presStyleCnt="0"/>
      <dgm:spPr/>
    </dgm:pt>
    <dgm:pt modelId="{053F11AF-717B-4F36-968D-0CB4164DB7D4}" type="pres">
      <dgm:prSet presAssocID="{613F12A2-0389-4FD4-B4D3-CF2421359B11}" presName="hierRoot1" presStyleCnt="0">
        <dgm:presLayoutVars>
          <dgm:hierBranch val="init"/>
        </dgm:presLayoutVars>
      </dgm:prSet>
      <dgm:spPr/>
    </dgm:pt>
    <dgm:pt modelId="{C3BDD750-39D6-481E-98FE-7843A3D666E3}" type="pres">
      <dgm:prSet presAssocID="{613F12A2-0389-4FD4-B4D3-CF2421359B11}" presName="rootComposite1" presStyleCnt="0"/>
      <dgm:spPr/>
    </dgm:pt>
    <dgm:pt modelId="{9A47CE00-5459-465A-9DFF-8EA95A1E8CE0}" type="pres">
      <dgm:prSet presAssocID="{613F12A2-0389-4FD4-B4D3-CF2421359B11}" presName="rootText1" presStyleLbl="alignAcc1" presStyleIdx="0" presStyleCnt="0">
        <dgm:presLayoutVars>
          <dgm:chPref val="3"/>
        </dgm:presLayoutVars>
      </dgm:prSet>
      <dgm:spPr/>
    </dgm:pt>
    <dgm:pt modelId="{E8DF591D-E0E2-40D6-8FFB-A401E6DFACF4}" type="pres">
      <dgm:prSet presAssocID="{613F12A2-0389-4FD4-B4D3-CF2421359B11}" presName="topArc1" presStyleLbl="parChTrans1D1" presStyleIdx="8" presStyleCnt="12"/>
      <dgm:spPr/>
    </dgm:pt>
    <dgm:pt modelId="{4D719FD4-E776-45D8-989A-4B895FF601E9}" type="pres">
      <dgm:prSet presAssocID="{613F12A2-0389-4FD4-B4D3-CF2421359B11}" presName="bottomArc1" presStyleLbl="parChTrans1D1" presStyleIdx="9" presStyleCnt="12"/>
      <dgm:spPr/>
    </dgm:pt>
    <dgm:pt modelId="{72315820-A374-4FE1-9C3E-63F1B9134665}" type="pres">
      <dgm:prSet presAssocID="{613F12A2-0389-4FD4-B4D3-CF2421359B11}" presName="topConnNode1" presStyleLbl="node1" presStyleIdx="0" presStyleCnt="0"/>
      <dgm:spPr/>
    </dgm:pt>
    <dgm:pt modelId="{A50D4EE7-EC9C-406E-8FFB-EDE5936E36C1}" type="pres">
      <dgm:prSet presAssocID="{613F12A2-0389-4FD4-B4D3-CF2421359B11}" presName="hierChild2" presStyleCnt="0"/>
      <dgm:spPr/>
    </dgm:pt>
    <dgm:pt modelId="{036DE271-1990-434C-86C1-A0D2C262DE6F}" type="pres">
      <dgm:prSet presAssocID="{613F12A2-0389-4FD4-B4D3-CF2421359B11}" presName="hierChild3" presStyleCnt="0"/>
      <dgm:spPr/>
    </dgm:pt>
    <dgm:pt modelId="{9D4FB4CD-6158-4340-8675-A386D61AD6CB}" type="pres">
      <dgm:prSet presAssocID="{0BBC3F71-EA30-4B7E-A4B6-32ED0693D32F}" presName="hierRoot1" presStyleCnt="0">
        <dgm:presLayoutVars>
          <dgm:hierBranch val="init"/>
        </dgm:presLayoutVars>
      </dgm:prSet>
      <dgm:spPr/>
    </dgm:pt>
    <dgm:pt modelId="{BF6F163F-24DF-4A7F-8C14-44A299398ED4}" type="pres">
      <dgm:prSet presAssocID="{0BBC3F71-EA30-4B7E-A4B6-32ED0693D32F}" presName="rootComposite1" presStyleCnt="0"/>
      <dgm:spPr/>
    </dgm:pt>
    <dgm:pt modelId="{721E5573-00A4-4BB0-8B33-0ED7701F653A}" type="pres">
      <dgm:prSet presAssocID="{0BBC3F71-EA30-4B7E-A4B6-32ED0693D32F}" presName="rootText1" presStyleLbl="alignAcc1" presStyleIdx="0" presStyleCnt="0">
        <dgm:presLayoutVars>
          <dgm:chPref val="3"/>
        </dgm:presLayoutVars>
      </dgm:prSet>
      <dgm:spPr/>
    </dgm:pt>
    <dgm:pt modelId="{2C7572D0-9D3C-4955-B976-D5EFB6F8E20B}" type="pres">
      <dgm:prSet presAssocID="{0BBC3F71-EA30-4B7E-A4B6-32ED0693D32F}" presName="topArc1" presStyleLbl="parChTrans1D1" presStyleIdx="10" presStyleCnt="12"/>
      <dgm:spPr/>
    </dgm:pt>
    <dgm:pt modelId="{FC5DD241-DAD4-48AE-9067-06DF22FAE66A}" type="pres">
      <dgm:prSet presAssocID="{0BBC3F71-EA30-4B7E-A4B6-32ED0693D32F}" presName="bottomArc1" presStyleLbl="parChTrans1D1" presStyleIdx="11" presStyleCnt="12"/>
      <dgm:spPr/>
    </dgm:pt>
    <dgm:pt modelId="{FF2DFA87-4B7D-483D-9577-BD7C74335682}" type="pres">
      <dgm:prSet presAssocID="{0BBC3F71-EA30-4B7E-A4B6-32ED0693D32F}" presName="topConnNode1" presStyleLbl="node1" presStyleIdx="0" presStyleCnt="0"/>
      <dgm:spPr/>
    </dgm:pt>
    <dgm:pt modelId="{5F64846F-994F-49DE-B4D9-DCB606CD7720}" type="pres">
      <dgm:prSet presAssocID="{0BBC3F71-EA30-4B7E-A4B6-32ED0693D32F}" presName="hierChild2" presStyleCnt="0"/>
      <dgm:spPr/>
    </dgm:pt>
    <dgm:pt modelId="{9FE88623-D130-4889-9FF4-DF159997F267}" type="pres">
      <dgm:prSet presAssocID="{0BBC3F71-EA30-4B7E-A4B6-32ED0693D32F}" presName="hierChild3" presStyleCnt="0"/>
      <dgm:spPr/>
    </dgm:pt>
  </dgm:ptLst>
  <dgm:cxnLst>
    <dgm:cxn modelId="{D3081907-2CD3-43ED-AD09-BDECCF46C5BD}" type="presOf" srcId="{D8631B06-3D9F-45BF-933D-86D409A93D00}" destId="{9B4B989F-5F3D-403C-BED3-5A7C13E616FB}" srcOrd="0" destOrd="0" presId="urn:microsoft.com/office/officeart/2008/layout/HalfCircleOrganizationChart"/>
    <dgm:cxn modelId="{BD34F210-EC05-4AEF-BDCA-345D94C93245}" type="presOf" srcId="{5854B721-8210-4440-9DFD-E9B456D52542}" destId="{1B645843-74B1-49ED-BB6F-78C5E37FB521}" srcOrd="1" destOrd="0" presId="urn:microsoft.com/office/officeart/2008/layout/HalfCircleOrganizationChart"/>
    <dgm:cxn modelId="{BAF30616-5FBA-4B26-A9BF-0823DDC1270C}" type="presOf" srcId="{5854B721-8210-4440-9DFD-E9B456D52542}" destId="{5A5360A9-119B-4DB9-B8CB-E8535DE10303}" srcOrd="0" destOrd="0" presId="urn:microsoft.com/office/officeart/2008/layout/HalfCircleOrganizationChart"/>
    <dgm:cxn modelId="{1150732A-D863-4552-9A26-9F7B28217FF0}" srcId="{2EA4D131-B4EE-4A91-996C-3F4EB1A6DD05}" destId="{D8631B06-3D9F-45BF-933D-86D409A93D00}" srcOrd="3" destOrd="0" parTransId="{AAD603E9-82E3-437A-A1FA-67F90A40806C}" sibTransId="{9A483F8A-CDD3-4D20-903D-7C39CB8C7F70}"/>
    <dgm:cxn modelId="{EA541D33-65EA-4A2A-807B-56FA05D4D5E8}" type="presOf" srcId="{613F12A2-0389-4FD4-B4D3-CF2421359B11}" destId="{9A47CE00-5459-465A-9DFF-8EA95A1E8CE0}" srcOrd="0" destOrd="0" presId="urn:microsoft.com/office/officeart/2008/layout/HalfCircleOrganizationChart"/>
    <dgm:cxn modelId="{31A4E16C-041F-40B2-92D3-AFD6754E5470}" type="presOf" srcId="{613F12A2-0389-4FD4-B4D3-CF2421359B11}" destId="{72315820-A374-4FE1-9C3E-63F1B9134665}" srcOrd="1" destOrd="0" presId="urn:microsoft.com/office/officeart/2008/layout/HalfCircleOrganizationChart"/>
    <dgm:cxn modelId="{86328E71-4B4C-4C2A-8F53-CA1D68203CAD}" srcId="{2EA4D131-B4EE-4A91-996C-3F4EB1A6DD05}" destId="{5854B721-8210-4440-9DFD-E9B456D52542}" srcOrd="2" destOrd="0" parTransId="{62E8009D-E8BB-4E3A-85FD-88D298A12114}" sibTransId="{09D6F499-D895-4096-9436-235A0D885C7D}"/>
    <dgm:cxn modelId="{A9F74679-0B85-40CB-BE10-6FD95D05F9A0}" srcId="{2EA4D131-B4EE-4A91-996C-3F4EB1A6DD05}" destId="{613F12A2-0389-4FD4-B4D3-CF2421359B11}" srcOrd="4" destOrd="0" parTransId="{2321CEFB-A4AA-458D-9C16-800A2FD0D850}" sibTransId="{2BC16B12-4D6D-4717-A038-AE927B0B64A9}"/>
    <dgm:cxn modelId="{5B313585-1F4A-40F0-927C-D5A7448AE353}" srcId="{2EA4D131-B4EE-4A91-996C-3F4EB1A6DD05}" destId="{0BBC3F71-EA30-4B7E-A4B6-32ED0693D32F}" srcOrd="5" destOrd="0" parTransId="{2793E97B-51CF-4538-AEAB-156192F1F0D7}" sibTransId="{B1C14C71-9C68-46AB-B6C4-FABF7C5F21F4}"/>
    <dgm:cxn modelId="{ECECF185-1081-4F3D-801D-04CD0BF2DC94}" type="presOf" srcId="{9401F8BF-C72D-4001-B799-F9A79386B12F}" destId="{DFB026EA-1FB1-4BFE-98F4-E66E1D0EA085}" srcOrd="0" destOrd="0" presId="urn:microsoft.com/office/officeart/2008/layout/HalfCircleOrganizationChart"/>
    <dgm:cxn modelId="{D79CD695-31DA-409A-BCE5-8AD69AC55EE1}" type="presOf" srcId="{9401F8BF-C72D-4001-B799-F9A79386B12F}" destId="{5833BB27-9F8F-403C-B538-5A3198B2F49E}" srcOrd="1" destOrd="0" presId="urn:microsoft.com/office/officeart/2008/layout/HalfCircleOrganizationChart"/>
    <dgm:cxn modelId="{1E5E81AA-6914-4F52-BA5A-ADE5140C07C8}" srcId="{2EA4D131-B4EE-4A91-996C-3F4EB1A6DD05}" destId="{9401F8BF-C72D-4001-B799-F9A79386B12F}" srcOrd="0" destOrd="0" parTransId="{4F5845DE-1B82-4C25-BA7B-F0DDCD8C5095}" sibTransId="{452548AE-2C08-450C-AE22-F54CCEF8B05B}"/>
    <dgm:cxn modelId="{C10214AD-548F-45AA-8765-EE8D36E02329}" srcId="{2EA4D131-B4EE-4A91-996C-3F4EB1A6DD05}" destId="{C9E4CBAD-09FA-48D9-86D0-016D94FC0378}" srcOrd="1" destOrd="0" parTransId="{3D0FC6DA-2283-4E1A-8DC9-ECAE68059D72}" sibTransId="{DBC28E25-306D-4F09-819A-B9CCF5F13C4A}"/>
    <dgm:cxn modelId="{F2EAB7B3-9D86-45C4-85AE-2161E7202512}" type="presOf" srcId="{D8631B06-3D9F-45BF-933D-86D409A93D00}" destId="{5ACC58AA-2D17-4556-8B88-1275699BDA69}" srcOrd="1" destOrd="0" presId="urn:microsoft.com/office/officeart/2008/layout/HalfCircleOrganizationChart"/>
    <dgm:cxn modelId="{8C8D71B9-E29A-43DF-89DF-A18CBB533F6D}" type="presOf" srcId="{0BBC3F71-EA30-4B7E-A4B6-32ED0693D32F}" destId="{FF2DFA87-4B7D-483D-9577-BD7C74335682}" srcOrd="1" destOrd="0" presId="urn:microsoft.com/office/officeart/2008/layout/HalfCircleOrganizationChart"/>
    <dgm:cxn modelId="{978D3CBA-D6DC-4E53-ADD6-1FEFD87006F1}" type="presOf" srcId="{C9E4CBAD-09FA-48D9-86D0-016D94FC0378}" destId="{8C4716DE-1418-4313-A701-52975E555AA8}" srcOrd="0" destOrd="0" presId="urn:microsoft.com/office/officeart/2008/layout/HalfCircleOrganizationChart"/>
    <dgm:cxn modelId="{12F447DA-0486-489A-B3C0-3B50F1D66728}" type="presOf" srcId="{2EA4D131-B4EE-4A91-996C-3F4EB1A6DD05}" destId="{584A9782-6AE2-4508-95D4-128183FFA1FF}" srcOrd="0" destOrd="0" presId="urn:microsoft.com/office/officeart/2008/layout/HalfCircleOrganizationChart"/>
    <dgm:cxn modelId="{5F2219DB-502D-439F-B037-A54130CBBD09}" type="presOf" srcId="{0BBC3F71-EA30-4B7E-A4B6-32ED0693D32F}" destId="{721E5573-00A4-4BB0-8B33-0ED7701F653A}" srcOrd="0" destOrd="0" presId="urn:microsoft.com/office/officeart/2008/layout/HalfCircleOrganizationChart"/>
    <dgm:cxn modelId="{A27342ED-FA58-4100-BDD6-FD2EBE5A91A1}" type="presOf" srcId="{C9E4CBAD-09FA-48D9-86D0-016D94FC0378}" destId="{8ED4FDD6-F4F1-42A8-8187-3851777F874C}" srcOrd="1" destOrd="0" presId="urn:microsoft.com/office/officeart/2008/layout/HalfCircleOrganizationChart"/>
    <dgm:cxn modelId="{35F3B20B-5932-42F2-B409-3705E6F1F746}" type="presParOf" srcId="{584A9782-6AE2-4508-95D4-128183FFA1FF}" destId="{01E0D5A3-CCA2-477D-8D46-CDDF5BA7D510}" srcOrd="0" destOrd="0" presId="urn:microsoft.com/office/officeart/2008/layout/HalfCircleOrganizationChart"/>
    <dgm:cxn modelId="{52C4ECBE-1F9D-4180-A20D-F6555BC79ABA}" type="presParOf" srcId="{01E0D5A3-CCA2-477D-8D46-CDDF5BA7D510}" destId="{7FB844BD-8F50-4710-B5D2-0CC56BE2D472}" srcOrd="0" destOrd="0" presId="urn:microsoft.com/office/officeart/2008/layout/HalfCircleOrganizationChart"/>
    <dgm:cxn modelId="{3B0CD1E4-A13C-4ED7-AF0F-22B76560160D}" type="presParOf" srcId="{7FB844BD-8F50-4710-B5D2-0CC56BE2D472}" destId="{DFB026EA-1FB1-4BFE-98F4-E66E1D0EA085}" srcOrd="0" destOrd="0" presId="urn:microsoft.com/office/officeart/2008/layout/HalfCircleOrganizationChart"/>
    <dgm:cxn modelId="{337AC73A-9ED0-436B-A7E4-BF49D8C2FFCA}" type="presParOf" srcId="{7FB844BD-8F50-4710-B5D2-0CC56BE2D472}" destId="{D860820F-1D91-4CBB-8526-C3E5BFF349F9}" srcOrd="1" destOrd="0" presId="urn:microsoft.com/office/officeart/2008/layout/HalfCircleOrganizationChart"/>
    <dgm:cxn modelId="{B58D671B-39C4-4D79-AD87-3E0BDB40C443}" type="presParOf" srcId="{7FB844BD-8F50-4710-B5D2-0CC56BE2D472}" destId="{B5C8ABE0-D19C-4E60-942E-32AD4033AB85}" srcOrd="2" destOrd="0" presId="urn:microsoft.com/office/officeart/2008/layout/HalfCircleOrganizationChart"/>
    <dgm:cxn modelId="{97B46151-F464-4234-850B-3DDBEAA3FEC8}" type="presParOf" srcId="{7FB844BD-8F50-4710-B5D2-0CC56BE2D472}" destId="{5833BB27-9F8F-403C-B538-5A3198B2F49E}" srcOrd="3" destOrd="0" presId="urn:microsoft.com/office/officeart/2008/layout/HalfCircleOrganizationChart"/>
    <dgm:cxn modelId="{30191844-5C2C-4DBE-98A1-28990B984B27}" type="presParOf" srcId="{01E0D5A3-CCA2-477D-8D46-CDDF5BA7D510}" destId="{EF2658B4-411C-4ABF-9444-E4E5AF05E874}" srcOrd="1" destOrd="0" presId="urn:microsoft.com/office/officeart/2008/layout/HalfCircleOrganizationChart"/>
    <dgm:cxn modelId="{DEF8BB73-A675-4451-93F8-18BB02259991}" type="presParOf" srcId="{01E0D5A3-CCA2-477D-8D46-CDDF5BA7D510}" destId="{E03556FE-4582-47E8-B49F-F097E6191910}" srcOrd="2" destOrd="0" presId="urn:microsoft.com/office/officeart/2008/layout/HalfCircleOrganizationChart"/>
    <dgm:cxn modelId="{654169E7-7AAF-4ADB-98E7-17A178F4D278}" type="presParOf" srcId="{584A9782-6AE2-4508-95D4-128183FFA1FF}" destId="{DA45A2A3-7CA0-4BC5-936A-F9282A290F8C}" srcOrd="1" destOrd="0" presId="urn:microsoft.com/office/officeart/2008/layout/HalfCircleOrganizationChart"/>
    <dgm:cxn modelId="{0C0EF724-0817-4785-AC19-62FB79A3F36B}" type="presParOf" srcId="{DA45A2A3-7CA0-4BC5-936A-F9282A290F8C}" destId="{3B89C5C9-65F0-4D54-B4AD-AC8BF70450F0}" srcOrd="0" destOrd="0" presId="urn:microsoft.com/office/officeart/2008/layout/HalfCircleOrganizationChart"/>
    <dgm:cxn modelId="{96EDF4C4-4658-4381-B141-8A3722F33CE9}" type="presParOf" srcId="{3B89C5C9-65F0-4D54-B4AD-AC8BF70450F0}" destId="{8C4716DE-1418-4313-A701-52975E555AA8}" srcOrd="0" destOrd="0" presId="urn:microsoft.com/office/officeart/2008/layout/HalfCircleOrganizationChart"/>
    <dgm:cxn modelId="{F745BB93-8A5B-48A4-A73B-2229F7D85DB3}" type="presParOf" srcId="{3B89C5C9-65F0-4D54-B4AD-AC8BF70450F0}" destId="{9DB84CBD-CF0E-47E5-86DD-DC64307C11BC}" srcOrd="1" destOrd="0" presId="urn:microsoft.com/office/officeart/2008/layout/HalfCircleOrganizationChart"/>
    <dgm:cxn modelId="{42158BCA-17F3-4247-9091-57F7B98181C8}" type="presParOf" srcId="{3B89C5C9-65F0-4D54-B4AD-AC8BF70450F0}" destId="{09661298-451E-4FE0-9DDF-430993C9B4D3}" srcOrd="2" destOrd="0" presId="urn:microsoft.com/office/officeart/2008/layout/HalfCircleOrganizationChart"/>
    <dgm:cxn modelId="{5C573AA2-6D98-4530-B5FE-A6DB29C305A1}" type="presParOf" srcId="{3B89C5C9-65F0-4D54-B4AD-AC8BF70450F0}" destId="{8ED4FDD6-F4F1-42A8-8187-3851777F874C}" srcOrd="3" destOrd="0" presId="urn:microsoft.com/office/officeart/2008/layout/HalfCircleOrganizationChart"/>
    <dgm:cxn modelId="{53C21944-13BF-4E1E-B93A-29136B4C801C}" type="presParOf" srcId="{DA45A2A3-7CA0-4BC5-936A-F9282A290F8C}" destId="{B22D6BB4-0E18-495B-815B-A28F7E991B13}" srcOrd="1" destOrd="0" presId="urn:microsoft.com/office/officeart/2008/layout/HalfCircleOrganizationChart"/>
    <dgm:cxn modelId="{44A49804-835C-4AD5-98FC-8F61795B1919}" type="presParOf" srcId="{DA45A2A3-7CA0-4BC5-936A-F9282A290F8C}" destId="{52A13034-C886-4C39-831E-48988DC1579E}" srcOrd="2" destOrd="0" presId="urn:microsoft.com/office/officeart/2008/layout/HalfCircleOrganizationChart"/>
    <dgm:cxn modelId="{12AB3276-65D8-4BA6-9A9F-7FA995C4F549}" type="presParOf" srcId="{584A9782-6AE2-4508-95D4-128183FFA1FF}" destId="{6F0C2307-81F6-40E6-AB1C-79760EB6780F}" srcOrd="2" destOrd="0" presId="urn:microsoft.com/office/officeart/2008/layout/HalfCircleOrganizationChart"/>
    <dgm:cxn modelId="{1D68F126-0444-49BA-8EE3-48A87DA9587D}" type="presParOf" srcId="{6F0C2307-81F6-40E6-AB1C-79760EB6780F}" destId="{46235C17-45AA-411D-88F8-CE20EB294F21}" srcOrd="0" destOrd="0" presId="urn:microsoft.com/office/officeart/2008/layout/HalfCircleOrganizationChart"/>
    <dgm:cxn modelId="{9B423341-290D-4EC6-921B-3F2848A31CDD}" type="presParOf" srcId="{46235C17-45AA-411D-88F8-CE20EB294F21}" destId="{5A5360A9-119B-4DB9-B8CB-E8535DE10303}" srcOrd="0" destOrd="0" presId="urn:microsoft.com/office/officeart/2008/layout/HalfCircleOrganizationChart"/>
    <dgm:cxn modelId="{79FE8CE5-44B9-4290-B905-46B67C1B519B}" type="presParOf" srcId="{46235C17-45AA-411D-88F8-CE20EB294F21}" destId="{0288BEB3-AE9C-47C3-BF63-BAA4C0F844C1}" srcOrd="1" destOrd="0" presId="urn:microsoft.com/office/officeart/2008/layout/HalfCircleOrganizationChart"/>
    <dgm:cxn modelId="{9BF36891-6A55-424D-BA3C-27794DD49026}" type="presParOf" srcId="{46235C17-45AA-411D-88F8-CE20EB294F21}" destId="{0B8590F7-C1C8-4C73-BF22-D9A35E5DE8AC}" srcOrd="2" destOrd="0" presId="urn:microsoft.com/office/officeart/2008/layout/HalfCircleOrganizationChart"/>
    <dgm:cxn modelId="{05DE8C7C-965B-4B26-861A-CA08F9B2CC98}" type="presParOf" srcId="{46235C17-45AA-411D-88F8-CE20EB294F21}" destId="{1B645843-74B1-49ED-BB6F-78C5E37FB521}" srcOrd="3" destOrd="0" presId="urn:microsoft.com/office/officeart/2008/layout/HalfCircleOrganizationChart"/>
    <dgm:cxn modelId="{17BE5272-D5CC-400B-9052-52C7BF9DA8F8}" type="presParOf" srcId="{6F0C2307-81F6-40E6-AB1C-79760EB6780F}" destId="{D3C584D8-CB66-4E57-8EA9-ED7E297F2ACE}" srcOrd="1" destOrd="0" presId="urn:microsoft.com/office/officeart/2008/layout/HalfCircleOrganizationChart"/>
    <dgm:cxn modelId="{CCFBDA8A-674D-4E08-B608-4DF1D8BDD3C4}" type="presParOf" srcId="{6F0C2307-81F6-40E6-AB1C-79760EB6780F}" destId="{53FE0A34-1A10-450B-B19F-8B40895DDEC6}" srcOrd="2" destOrd="0" presId="urn:microsoft.com/office/officeart/2008/layout/HalfCircleOrganizationChart"/>
    <dgm:cxn modelId="{9DD2A273-9589-498B-A8E3-0C6519B97D45}" type="presParOf" srcId="{584A9782-6AE2-4508-95D4-128183FFA1FF}" destId="{BAC51F49-997A-4711-934C-4681DEFE9F33}" srcOrd="3" destOrd="0" presId="urn:microsoft.com/office/officeart/2008/layout/HalfCircleOrganizationChart"/>
    <dgm:cxn modelId="{8343402B-6862-4915-B35F-782AF80BF4CF}" type="presParOf" srcId="{BAC51F49-997A-4711-934C-4681DEFE9F33}" destId="{0D3DA9C2-E944-460C-967B-08C428C5334D}" srcOrd="0" destOrd="0" presId="urn:microsoft.com/office/officeart/2008/layout/HalfCircleOrganizationChart"/>
    <dgm:cxn modelId="{A4870DCE-FA8E-4BDB-A9F9-0921EE74785B}" type="presParOf" srcId="{0D3DA9C2-E944-460C-967B-08C428C5334D}" destId="{9B4B989F-5F3D-403C-BED3-5A7C13E616FB}" srcOrd="0" destOrd="0" presId="urn:microsoft.com/office/officeart/2008/layout/HalfCircleOrganizationChart"/>
    <dgm:cxn modelId="{07F5C6A1-1932-44AC-8FCC-FBC4871DC2D9}" type="presParOf" srcId="{0D3DA9C2-E944-460C-967B-08C428C5334D}" destId="{884E954B-D781-4D7C-AFE3-63494CCD5336}" srcOrd="1" destOrd="0" presId="urn:microsoft.com/office/officeart/2008/layout/HalfCircleOrganizationChart"/>
    <dgm:cxn modelId="{CED2B38D-276F-4B52-BD68-17D5F2C76CA9}" type="presParOf" srcId="{0D3DA9C2-E944-460C-967B-08C428C5334D}" destId="{B1513B49-84E4-4C16-B9D1-B321776342D8}" srcOrd="2" destOrd="0" presId="urn:microsoft.com/office/officeart/2008/layout/HalfCircleOrganizationChart"/>
    <dgm:cxn modelId="{7DC566C1-73A0-47AA-AE12-E887B4A4EFED}" type="presParOf" srcId="{0D3DA9C2-E944-460C-967B-08C428C5334D}" destId="{5ACC58AA-2D17-4556-8B88-1275699BDA69}" srcOrd="3" destOrd="0" presId="urn:microsoft.com/office/officeart/2008/layout/HalfCircleOrganizationChart"/>
    <dgm:cxn modelId="{D5FBF921-0AE4-4FEB-B8B1-C90B1DD8AA30}" type="presParOf" srcId="{BAC51F49-997A-4711-934C-4681DEFE9F33}" destId="{997F542D-9611-4FDC-A093-EFF1304F6EED}" srcOrd="1" destOrd="0" presId="urn:microsoft.com/office/officeart/2008/layout/HalfCircleOrganizationChart"/>
    <dgm:cxn modelId="{4DC53330-6992-43BD-BABA-3CA68E8EE5AB}" type="presParOf" srcId="{BAC51F49-997A-4711-934C-4681DEFE9F33}" destId="{4960A9D8-8B17-4743-ADE5-4F4F2C375827}" srcOrd="2" destOrd="0" presId="urn:microsoft.com/office/officeart/2008/layout/HalfCircleOrganizationChart"/>
    <dgm:cxn modelId="{F5BA4FD6-665A-4F3D-94A9-83967B71DF90}" type="presParOf" srcId="{584A9782-6AE2-4508-95D4-128183FFA1FF}" destId="{053F11AF-717B-4F36-968D-0CB4164DB7D4}" srcOrd="4" destOrd="0" presId="urn:microsoft.com/office/officeart/2008/layout/HalfCircleOrganizationChart"/>
    <dgm:cxn modelId="{7CBA3FAC-BF8E-4ADE-98A2-919AE2C8C3FD}" type="presParOf" srcId="{053F11AF-717B-4F36-968D-0CB4164DB7D4}" destId="{C3BDD750-39D6-481E-98FE-7843A3D666E3}" srcOrd="0" destOrd="0" presId="urn:microsoft.com/office/officeart/2008/layout/HalfCircleOrganizationChart"/>
    <dgm:cxn modelId="{3EF7F0AF-8331-445E-BBE9-7EA6E438562D}" type="presParOf" srcId="{C3BDD750-39D6-481E-98FE-7843A3D666E3}" destId="{9A47CE00-5459-465A-9DFF-8EA95A1E8CE0}" srcOrd="0" destOrd="0" presId="urn:microsoft.com/office/officeart/2008/layout/HalfCircleOrganizationChart"/>
    <dgm:cxn modelId="{B69143EB-FEE2-41D7-B09B-D291683D08F4}" type="presParOf" srcId="{C3BDD750-39D6-481E-98FE-7843A3D666E3}" destId="{E8DF591D-E0E2-40D6-8FFB-A401E6DFACF4}" srcOrd="1" destOrd="0" presId="urn:microsoft.com/office/officeart/2008/layout/HalfCircleOrganizationChart"/>
    <dgm:cxn modelId="{26565AAA-F5E8-4922-994A-9C064DC82BC0}" type="presParOf" srcId="{C3BDD750-39D6-481E-98FE-7843A3D666E3}" destId="{4D719FD4-E776-45D8-989A-4B895FF601E9}" srcOrd="2" destOrd="0" presId="urn:microsoft.com/office/officeart/2008/layout/HalfCircleOrganizationChart"/>
    <dgm:cxn modelId="{5DE6C809-88F6-4703-A20D-A168F470C2A5}" type="presParOf" srcId="{C3BDD750-39D6-481E-98FE-7843A3D666E3}" destId="{72315820-A374-4FE1-9C3E-63F1B9134665}" srcOrd="3" destOrd="0" presId="urn:microsoft.com/office/officeart/2008/layout/HalfCircleOrganizationChart"/>
    <dgm:cxn modelId="{8B8EB466-C9B1-4C6F-B00A-A15212447B67}" type="presParOf" srcId="{053F11AF-717B-4F36-968D-0CB4164DB7D4}" destId="{A50D4EE7-EC9C-406E-8FFB-EDE5936E36C1}" srcOrd="1" destOrd="0" presId="urn:microsoft.com/office/officeart/2008/layout/HalfCircleOrganizationChart"/>
    <dgm:cxn modelId="{8941D337-125D-4A4A-BD42-A01EEC2CA8C7}" type="presParOf" srcId="{053F11AF-717B-4F36-968D-0CB4164DB7D4}" destId="{036DE271-1990-434C-86C1-A0D2C262DE6F}" srcOrd="2" destOrd="0" presId="urn:microsoft.com/office/officeart/2008/layout/HalfCircleOrganizationChart"/>
    <dgm:cxn modelId="{4A7F51A0-EBAA-4041-817A-0E8E44ED26AF}" type="presParOf" srcId="{584A9782-6AE2-4508-95D4-128183FFA1FF}" destId="{9D4FB4CD-6158-4340-8675-A386D61AD6CB}" srcOrd="5" destOrd="0" presId="urn:microsoft.com/office/officeart/2008/layout/HalfCircleOrganizationChart"/>
    <dgm:cxn modelId="{78DBE79A-1C00-420A-927F-E0D34FDDF7BD}" type="presParOf" srcId="{9D4FB4CD-6158-4340-8675-A386D61AD6CB}" destId="{BF6F163F-24DF-4A7F-8C14-44A299398ED4}" srcOrd="0" destOrd="0" presId="urn:microsoft.com/office/officeart/2008/layout/HalfCircleOrganizationChart"/>
    <dgm:cxn modelId="{B8999425-63AD-49D5-AD3B-59C29289FEAF}" type="presParOf" srcId="{BF6F163F-24DF-4A7F-8C14-44A299398ED4}" destId="{721E5573-00A4-4BB0-8B33-0ED7701F653A}" srcOrd="0" destOrd="0" presId="urn:microsoft.com/office/officeart/2008/layout/HalfCircleOrganizationChart"/>
    <dgm:cxn modelId="{F2A610B4-4460-4FD3-9807-7FC36499F1E6}" type="presParOf" srcId="{BF6F163F-24DF-4A7F-8C14-44A299398ED4}" destId="{2C7572D0-9D3C-4955-B976-D5EFB6F8E20B}" srcOrd="1" destOrd="0" presId="urn:microsoft.com/office/officeart/2008/layout/HalfCircleOrganizationChart"/>
    <dgm:cxn modelId="{6C0FB7AF-A501-4AC5-9FAE-DCC6FA0DA6CD}" type="presParOf" srcId="{BF6F163F-24DF-4A7F-8C14-44A299398ED4}" destId="{FC5DD241-DAD4-48AE-9067-06DF22FAE66A}" srcOrd="2" destOrd="0" presId="urn:microsoft.com/office/officeart/2008/layout/HalfCircleOrganizationChart"/>
    <dgm:cxn modelId="{C206AC0F-6DD2-46EF-A0E3-D4E5B24D9763}" type="presParOf" srcId="{BF6F163F-24DF-4A7F-8C14-44A299398ED4}" destId="{FF2DFA87-4B7D-483D-9577-BD7C74335682}" srcOrd="3" destOrd="0" presId="urn:microsoft.com/office/officeart/2008/layout/HalfCircleOrganizationChart"/>
    <dgm:cxn modelId="{E2FA0232-5537-4FE4-8C19-B120DE497AF2}" type="presParOf" srcId="{9D4FB4CD-6158-4340-8675-A386D61AD6CB}" destId="{5F64846F-994F-49DE-B4D9-DCB606CD7720}" srcOrd="1" destOrd="0" presId="urn:microsoft.com/office/officeart/2008/layout/HalfCircleOrganizationChart"/>
    <dgm:cxn modelId="{2E405EFE-BE5B-45A0-B19F-2AB2BC03F5D1}" type="presParOf" srcId="{9D4FB4CD-6158-4340-8675-A386D61AD6CB}" destId="{9FE88623-D130-4889-9FF4-DF159997F267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0C9668-8F38-4121-8869-E02B6AE74106}" type="doc">
      <dgm:prSet loTypeId="urn:microsoft.com/office/officeart/2005/8/layout/orgChart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97FA20DE-60B3-4B31-959E-CA8123A84ACB}">
      <dgm:prSet phldrT="[Text]" phldr="0"/>
      <dgm:spPr/>
      <dgm:t>
        <a:bodyPr/>
        <a:lstStyle/>
        <a:p>
          <a:r>
            <a:rPr lang="en-US" dirty="0"/>
            <a:t>Total Accounts</a:t>
          </a:r>
        </a:p>
        <a:p>
          <a:r>
            <a:rPr lang="en-IN" dirty="0"/>
            <a:t>4500</a:t>
          </a:r>
        </a:p>
      </dgm:t>
    </dgm:pt>
    <dgm:pt modelId="{A034A78F-E22F-48AF-98D0-18DC6B301AB9}" type="parTrans" cxnId="{322D81F3-B70F-4DF5-B399-89E0FBCFFEB6}">
      <dgm:prSet/>
      <dgm:spPr/>
      <dgm:t>
        <a:bodyPr/>
        <a:lstStyle/>
        <a:p>
          <a:endParaRPr lang="en-IN"/>
        </a:p>
      </dgm:t>
    </dgm:pt>
    <dgm:pt modelId="{FB5ACD98-02E0-4349-8883-0D5D7876C5BC}" type="sibTrans" cxnId="{322D81F3-B70F-4DF5-B399-89E0FBCFFEB6}">
      <dgm:prSet/>
      <dgm:spPr/>
      <dgm:t>
        <a:bodyPr/>
        <a:lstStyle/>
        <a:p>
          <a:endParaRPr lang="en-IN"/>
        </a:p>
      </dgm:t>
    </dgm:pt>
    <dgm:pt modelId="{DE27CD34-1229-4818-B6B8-71BA32F6F36F}">
      <dgm:prSet phldrT="[Text]" phldr="0"/>
      <dgm:spPr/>
      <dgm:t>
        <a:bodyPr/>
        <a:lstStyle/>
        <a:p>
          <a:br>
            <a:rPr lang="en-US" dirty="0"/>
          </a:br>
          <a:r>
            <a:rPr lang="en-US" dirty="0"/>
            <a:t>Saving Account</a:t>
          </a:r>
        </a:p>
        <a:p>
          <a:r>
            <a:rPr lang="en-IN" dirty="0"/>
            <a:t>1533</a:t>
          </a:r>
        </a:p>
      </dgm:t>
    </dgm:pt>
    <dgm:pt modelId="{BC46CCBF-63DA-4E35-AA9B-CA12BF08549F}" type="parTrans" cxnId="{A8B60EEA-8D0E-4464-93D9-BD80D019FE67}">
      <dgm:prSet/>
      <dgm:spPr/>
      <dgm:t>
        <a:bodyPr/>
        <a:lstStyle/>
        <a:p>
          <a:endParaRPr lang="en-IN"/>
        </a:p>
      </dgm:t>
    </dgm:pt>
    <dgm:pt modelId="{C45250E6-887B-462A-92E2-5A0CDC44C092}" type="sibTrans" cxnId="{A8B60EEA-8D0E-4464-93D9-BD80D019FE67}">
      <dgm:prSet/>
      <dgm:spPr/>
      <dgm:t>
        <a:bodyPr/>
        <a:lstStyle/>
        <a:p>
          <a:endParaRPr lang="en-IN"/>
        </a:p>
      </dgm:t>
    </dgm:pt>
    <dgm:pt modelId="{EF651A43-A5ED-4545-BC41-EFCD54895086}">
      <dgm:prSet phldrT="[Text]" phldr="0"/>
      <dgm:spPr/>
      <dgm:t>
        <a:bodyPr/>
        <a:lstStyle/>
        <a:p>
          <a:r>
            <a:rPr lang="en-US" dirty="0"/>
            <a:t>NRI Account</a:t>
          </a:r>
        </a:p>
        <a:p>
          <a:r>
            <a:rPr lang="en-IN" dirty="0"/>
            <a:t>1522</a:t>
          </a:r>
        </a:p>
      </dgm:t>
    </dgm:pt>
    <dgm:pt modelId="{1310209F-9476-43D0-912E-AA679CB92C3B}" type="parTrans" cxnId="{6C9F6BE5-114A-46A3-88F2-2A16E91EF38A}">
      <dgm:prSet/>
      <dgm:spPr/>
      <dgm:t>
        <a:bodyPr/>
        <a:lstStyle/>
        <a:p>
          <a:endParaRPr lang="en-IN"/>
        </a:p>
      </dgm:t>
    </dgm:pt>
    <dgm:pt modelId="{C581579A-39D2-47AF-ACC0-13677F719F05}" type="sibTrans" cxnId="{6C9F6BE5-114A-46A3-88F2-2A16E91EF38A}">
      <dgm:prSet/>
      <dgm:spPr/>
      <dgm:t>
        <a:bodyPr/>
        <a:lstStyle/>
        <a:p>
          <a:endParaRPr lang="en-IN"/>
        </a:p>
      </dgm:t>
    </dgm:pt>
    <dgm:pt modelId="{00763DD8-D173-4565-9B89-DE3D2BC72FDE}">
      <dgm:prSet phldrT="[Text]" phldr="0"/>
      <dgm:spPr/>
      <dgm:t>
        <a:bodyPr/>
        <a:lstStyle/>
        <a:p>
          <a:r>
            <a:rPr lang="en-US" dirty="0"/>
            <a:t>Salary Account</a:t>
          </a:r>
        </a:p>
        <a:p>
          <a:r>
            <a:rPr lang="en-IN" dirty="0"/>
            <a:t>1445</a:t>
          </a:r>
        </a:p>
      </dgm:t>
    </dgm:pt>
    <dgm:pt modelId="{7417D3B7-C347-4A45-931E-DD34D5EDAD3D}" type="parTrans" cxnId="{5A9E07F1-DB54-4DB8-B82F-650B801FD0C7}">
      <dgm:prSet/>
      <dgm:spPr/>
      <dgm:t>
        <a:bodyPr/>
        <a:lstStyle/>
        <a:p>
          <a:endParaRPr lang="en-IN"/>
        </a:p>
      </dgm:t>
    </dgm:pt>
    <dgm:pt modelId="{37F22FA9-EBCB-4E93-8743-B9DB1616C560}" type="sibTrans" cxnId="{5A9E07F1-DB54-4DB8-B82F-650B801FD0C7}">
      <dgm:prSet/>
      <dgm:spPr/>
      <dgm:t>
        <a:bodyPr/>
        <a:lstStyle/>
        <a:p>
          <a:endParaRPr lang="en-IN"/>
        </a:p>
      </dgm:t>
    </dgm:pt>
    <dgm:pt modelId="{4BC87827-3ABF-4582-A440-628D3DFDA2FE}" type="pres">
      <dgm:prSet presAssocID="{A60C9668-8F38-4121-8869-E02B6AE7410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AF3615E-C77C-4A20-B9E6-BB11A6651C0B}" type="pres">
      <dgm:prSet presAssocID="{97FA20DE-60B3-4B31-959E-CA8123A84ACB}" presName="hierRoot1" presStyleCnt="0">
        <dgm:presLayoutVars>
          <dgm:hierBranch val="init"/>
        </dgm:presLayoutVars>
      </dgm:prSet>
      <dgm:spPr/>
    </dgm:pt>
    <dgm:pt modelId="{2882C08C-8571-4B4C-950F-6CB2E6418808}" type="pres">
      <dgm:prSet presAssocID="{97FA20DE-60B3-4B31-959E-CA8123A84ACB}" presName="rootComposite1" presStyleCnt="0"/>
      <dgm:spPr/>
    </dgm:pt>
    <dgm:pt modelId="{E0A404F2-D5A1-4BBF-9726-789379B6D1FD}" type="pres">
      <dgm:prSet presAssocID="{97FA20DE-60B3-4B31-959E-CA8123A84ACB}" presName="rootText1" presStyleLbl="node0" presStyleIdx="0" presStyleCnt="1">
        <dgm:presLayoutVars>
          <dgm:chPref val="3"/>
        </dgm:presLayoutVars>
      </dgm:prSet>
      <dgm:spPr/>
    </dgm:pt>
    <dgm:pt modelId="{F1EA17C9-A431-4CD0-A2D5-93FD74F48869}" type="pres">
      <dgm:prSet presAssocID="{97FA20DE-60B3-4B31-959E-CA8123A84ACB}" presName="rootConnector1" presStyleLbl="node1" presStyleIdx="0" presStyleCnt="0"/>
      <dgm:spPr/>
    </dgm:pt>
    <dgm:pt modelId="{E41C7308-D405-4BD1-930A-6FB3F0810B9D}" type="pres">
      <dgm:prSet presAssocID="{97FA20DE-60B3-4B31-959E-CA8123A84ACB}" presName="hierChild2" presStyleCnt="0"/>
      <dgm:spPr/>
    </dgm:pt>
    <dgm:pt modelId="{2CB7D84A-6485-4E2D-9A38-0A2A8C1484CF}" type="pres">
      <dgm:prSet presAssocID="{BC46CCBF-63DA-4E35-AA9B-CA12BF08549F}" presName="Name37" presStyleLbl="parChTrans1D2" presStyleIdx="0" presStyleCnt="3"/>
      <dgm:spPr/>
    </dgm:pt>
    <dgm:pt modelId="{4B62B991-C9FF-4215-92E4-026D85E8EB69}" type="pres">
      <dgm:prSet presAssocID="{DE27CD34-1229-4818-B6B8-71BA32F6F36F}" presName="hierRoot2" presStyleCnt="0">
        <dgm:presLayoutVars>
          <dgm:hierBranch val="init"/>
        </dgm:presLayoutVars>
      </dgm:prSet>
      <dgm:spPr/>
    </dgm:pt>
    <dgm:pt modelId="{7006550A-9313-4182-A102-15EEA31A03C5}" type="pres">
      <dgm:prSet presAssocID="{DE27CD34-1229-4818-B6B8-71BA32F6F36F}" presName="rootComposite" presStyleCnt="0"/>
      <dgm:spPr/>
    </dgm:pt>
    <dgm:pt modelId="{ED3DD102-4488-4138-853C-E1C6759A7754}" type="pres">
      <dgm:prSet presAssocID="{DE27CD34-1229-4818-B6B8-71BA32F6F36F}" presName="rootText" presStyleLbl="node2" presStyleIdx="0" presStyleCnt="3">
        <dgm:presLayoutVars>
          <dgm:chPref val="3"/>
        </dgm:presLayoutVars>
      </dgm:prSet>
      <dgm:spPr/>
    </dgm:pt>
    <dgm:pt modelId="{B7D0638F-0FBA-449A-900F-40469E61FE8F}" type="pres">
      <dgm:prSet presAssocID="{DE27CD34-1229-4818-B6B8-71BA32F6F36F}" presName="rootConnector" presStyleLbl="node2" presStyleIdx="0" presStyleCnt="3"/>
      <dgm:spPr/>
    </dgm:pt>
    <dgm:pt modelId="{EF66C6F8-8B00-4282-B500-07342E48CB43}" type="pres">
      <dgm:prSet presAssocID="{DE27CD34-1229-4818-B6B8-71BA32F6F36F}" presName="hierChild4" presStyleCnt="0"/>
      <dgm:spPr/>
    </dgm:pt>
    <dgm:pt modelId="{6CD47B8D-97B0-46F7-B385-7DEBA982A5AA}" type="pres">
      <dgm:prSet presAssocID="{DE27CD34-1229-4818-B6B8-71BA32F6F36F}" presName="hierChild5" presStyleCnt="0"/>
      <dgm:spPr/>
    </dgm:pt>
    <dgm:pt modelId="{27892243-CF80-4C0D-9FEA-D586534C11B7}" type="pres">
      <dgm:prSet presAssocID="{1310209F-9476-43D0-912E-AA679CB92C3B}" presName="Name37" presStyleLbl="parChTrans1D2" presStyleIdx="1" presStyleCnt="3"/>
      <dgm:spPr/>
    </dgm:pt>
    <dgm:pt modelId="{97387994-A131-486E-A7C5-08AE57092289}" type="pres">
      <dgm:prSet presAssocID="{EF651A43-A5ED-4545-BC41-EFCD54895086}" presName="hierRoot2" presStyleCnt="0">
        <dgm:presLayoutVars>
          <dgm:hierBranch val="init"/>
        </dgm:presLayoutVars>
      </dgm:prSet>
      <dgm:spPr/>
    </dgm:pt>
    <dgm:pt modelId="{96D43164-D7D7-4EDF-AFFC-FC386DDFEA7B}" type="pres">
      <dgm:prSet presAssocID="{EF651A43-A5ED-4545-BC41-EFCD54895086}" presName="rootComposite" presStyleCnt="0"/>
      <dgm:spPr/>
    </dgm:pt>
    <dgm:pt modelId="{637AC668-1741-40E3-B07E-05254FA019E4}" type="pres">
      <dgm:prSet presAssocID="{EF651A43-A5ED-4545-BC41-EFCD54895086}" presName="rootText" presStyleLbl="node2" presStyleIdx="1" presStyleCnt="3">
        <dgm:presLayoutVars>
          <dgm:chPref val="3"/>
        </dgm:presLayoutVars>
      </dgm:prSet>
      <dgm:spPr/>
    </dgm:pt>
    <dgm:pt modelId="{9EE461D7-8766-46D4-BB2F-BA7D7916CA84}" type="pres">
      <dgm:prSet presAssocID="{EF651A43-A5ED-4545-BC41-EFCD54895086}" presName="rootConnector" presStyleLbl="node2" presStyleIdx="1" presStyleCnt="3"/>
      <dgm:spPr/>
    </dgm:pt>
    <dgm:pt modelId="{AB6F23AF-9275-452B-B417-75ADAE5EDCBC}" type="pres">
      <dgm:prSet presAssocID="{EF651A43-A5ED-4545-BC41-EFCD54895086}" presName="hierChild4" presStyleCnt="0"/>
      <dgm:spPr/>
    </dgm:pt>
    <dgm:pt modelId="{6B43F731-C66C-49D3-9CAE-F5C863C994A0}" type="pres">
      <dgm:prSet presAssocID="{EF651A43-A5ED-4545-BC41-EFCD54895086}" presName="hierChild5" presStyleCnt="0"/>
      <dgm:spPr/>
    </dgm:pt>
    <dgm:pt modelId="{10F945C3-DEA6-4A59-813A-8C37F4F53615}" type="pres">
      <dgm:prSet presAssocID="{7417D3B7-C347-4A45-931E-DD34D5EDAD3D}" presName="Name37" presStyleLbl="parChTrans1D2" presStyleIdx="2" presStyleCnt="3"/>
      <dgm:spPr/>
    </dgm:pt>
    <dgm:pt modelId="{93ACFD69-F74D-44CA-996A-7205B642289E}" type="pres">
      <dgm:prSet presAssocID="{00763DD8-D173-4565-9B89-DE3D2BC72FDE}" presName="hierRoot2" presStyleCnt="0">
        <dgm:presLayoutVars>
          <dgm:hierBranch val="init"/>
        </dgm:presLayoutVars>
      </dgm:prSet>
      <dgm:spPr/>
    </dgm:pt>
    <dgm:pt modelId="{40133503-5243-450D-80AE-A33E56ACC255}" type="pres">
      <dgm:prSet presAssocID="{00763DD8-D173-4565-9B89-DE3D2BC72FDE}" presName="rootComposite" presStyleCnt="0"/>
      <dgm:spPr/>
    </dgm:pt>
    <dgm:pt modelId="{7C6B2FC6-4C52-4D28-8FD4-779EF7DE67E8}" type="pres">
      <dgm:prSet presAssocID="{00763DD8-D173-4565-9B89-DE3D2BC72FDE}" presName="rootText" presStyleLbl="node2" presStyleIdx="2" presStyleCnt="3">
        <dgm:presLayoutVars>
          <dgm:chPref val="3"/>
        </dgm:presLayoutVars>
      </dgm:prSet>
      <dgm:spPr/>
    </dgm:pt>
    <dgm:pt modelId="{623AC505-4A22-4C52-99A1-D844CE2B6FA5}" type="pres">
      <dgm:prSet presAssocID="{00763DD8-D173-4565-9B89-DE3D2BC72FDE}" presName="rootConnector" presStyleLbl="node2" presStyleIdx="2" presStyleCnt="3"/>
      <dgm:spPr/>
    </dgm:pt>
    <dgm:pt modelId="{4E1452E7-5D04-45B4-A203-341A92AE9FA1}" type="pres">
      <dgm:prSet presAssocID="{00763DD8-D173-4565-9B89-DE3D2BC72FDE}" presName="hierChild4" presStyleCnt="0"/>
      <dgm:spPr/>
    </dgm:pt>
    <dgm:pt modelId="{33092DCA-046D-468B-B49A-ECCB7B3541BB}" type="pres">
      <dgm:prSet presAssocID="{00763DD8-D173-4565-9B89-DE3D2BC72FDE}" presName="hierChild5" presStyleCnt="0"/>
      <dgm:spPr/>
    </dgm:pt>
    <dgm:pt modelId="{4E883067-7E91-41B1-B4DB-D1CFADCB217D}" type="pres">
      <dgm:prSet presAssocID="{97FA20DE-60B3-4B31-959E-CA8123A84ACB}" presName="hierChild3" presStyleCnt="0"/>
      <dgm:spPr/>
    </dgm:pt>
  </dgm:ptLst>
  <dgm:cxnLst>
    <dgm:cxn modelId="{9E3F1602-6575-41DD-B479-697E6E1897EC}" type="presOf" srcId="{DE27CD34-1229-4818-B6B8-71BA32F6F36F}" destId="{ED3DD102-4488-4138-853C-E1C6759A7754}" srcOrd="0" destOrd="0" presId="urn:microsoft.com/office/officeart/2005/8/layout/orgChart1"/>
    <dgm:cxn modelId="{75E7E92E-FC7A-4F45-A3BE-B3B14F065EC8}" type="presOf" srcId="{00763DD8-D173-4565-9B89-DE3D2BC72FDE}" destId="{7C6B2FC6-4C52-4D28-8FD4-779EF7DE67E8}" srcOrd="0" destOrd="0" presId="urn:microsoft.com/office/officeart/2005/8/layout/orgChart1"/>
    <dgm:cxn modelId="{9FB54F57-FCBF-40C8-B967-F985CD71CCAA}" type="presOf" srcId="{00763DD8-D173-4565-9B89-DE3D2BC72FDE}" destId="{623AC505-4A22-4C52-99A1-D844CE2B6FA5}" srcOrd="1" destOrd="0" presId="urn:microsoft.com/office/officeart/2005/8/layout/orgChart1"/>
    <dgm:cxn modelId="{6969FD8D-3FA2-4408-8219-90D8A96910FF}" type="presOf" srcId="{EF651A43-A5ED-4545-BC41-EFCD54895086}" destId="{9EE461D7-8766-46D4-BB2F-BA7D7916CA84}" srcOrd="1" destOrd="0" presId="urn:microsoft.com/office/officeart/2005/8/layout/orgChart1"/>
    <dgm:cxn modelId="{9D24A98F-5650-4F56-95CC-2CD9CFCFACCA}" type="presOf" srcId="{DE27CD34-1229-4818-B6B8-71BA32F6F36F}" destId="{B7D0638F-0FBA-449A-900F-40469E61FE8F}" srcOrd="1" destOrd="0" presId="urn:microsoft.com/office/officeart/2005/8/layout/orgChart1"/>
    <dgm:cxn modelId="{D774FCA6-BED2-4925-A68A-43914DB48B16}" type="presOf" srcId="{7417D3B7-C347-4A45-931E-DD34D5EDAD3D}" destId="{10F945C3-DEA6-4A59-813A-8C37F4F53615}" srcOrd="0" destOrd="0" presId="urn:microsoft.com/office/officeart/2005/8/layout/orgChart1"/>
    <dgm:cxn modelId="{A85BAFB5-4637-42A3-90D3-15583D32CCB3}" type="presOf" srcId="{97FA20DE-60B3-4B31-959E-CA8123A84ACB}" destId="{F1EA17C9-A431-4CD0-A2D5-93FD74F48869}" srcOrd="1" destOrd="0" presId="urn:microsoft.com/office/officeart/2005/8/layout/orgChart1"/>
    <dgm:cxn modelId="{522571B7-DA2F-457F-B661-3E4B9E64A1B8}" type="presOf" srcId="{A60C9668-8F38-4121-8869-E02B6AE74106}" destId="{4BC87827-3ABF-4582-A440-628D3DFDA2FE}" srcOrd="0" destOrd="0" presId="urn:microsoft.com/office/officeart/2005/8/layout/orgChart1"/>
    <dgm:cxn modelId="{A542A9BA-201C-4BE9-A64E-85B7F19E16DA}" type="presOf" srcId="{EF651A43-A5ED-4545-BC41-EFCD54895086}" destId="{637AC668-1741-40E3-B07E-05254FA019E4}" srcOrd="0" destOrd="0" presId="urn:microsoft.com/office/officeart/2005/8/layout/orgChart1"/>
    <dgm:cxn modelId="{5F502FBC-BE70-4835-A12A-56CCE4C43708}" type="presOf" srcId="{BC46CCBF-63DA-4E35-AA9B-CA12BF08549F}" destId="{2CB7D84A-6485-4E2D-9A38-0A2A8C1484CF}" srcOrd="0" destOrd="0" presId="urn:microsoft.com/office/officeart/2005/8/layout/orgChart1"/>
    <dgm:cxn modelId="{991382D5-3B38-4BCD-9EC3-92EEB46F5B3B}" type="presOf" srcId="{1310209F-9476-43D0-912E-AA679CB92C3B}" destId="{27892243-CF80-4C0D-9FEA-D586534C11B7}" srcOrd="0" destOrd="0" presId="urn:microsoft.com/office/officeart/2005/8/layout/orgChart1"/>
    <dgm:cxn modelId="{FDEF55D6-6123-4263-B533-7733B94ABB9D}" type="presOf" srcId="{97FA20DE-60B3-4B31-959E-CA8123A84ACB}" destId="{E0A404F2-D5A1-4BBF-9726-789379B6D1FD}" srcOrd="0" destOrd="0" presId="urn:microsoft.com/office/officeart/2005/8/layout/orgChart1"/>
    <dgm:cxn modelId="{6C9F6BE5-114A-46A3-88F2-2A16E91EF38A}" srcId="{97FA20DE-60B3-4B31-959E-CA8123A84ACB}" destId="{EF651A43-A5ED-4545-BC41-EFCD54895086}" srcOrd="1" destOrd="0" parTransId="{1310209F-9476-43D0-912E-AA679CB92C3B}" sibTransId="{C581579A-39D2-47AF-ACC0-13677F719F05}"/>
    <dgm:cxn modelId="{A8B60EEA-8D0E-4464-93D9-BD80D019FE67}" srcId="{97FA20DE-60B3-4B31-959E-CA8123A84ACB}" destId="{DE27CD34-1229-4818-B6B8-71BA32F6F36F}" srcOrd="0" destOrd="0" parTransId="{BC46CCBF-63DA-4E35-AA9B-CA12BF08549F}" sibTransId="{C45250E6-887B-462A-92E2-5A0CDC44C092}"/>
    <dgm:cxn modelId="{5A9E07F1-DB54-4DB8-B82F-650B801FD0C7}" srcId="{97FA20DE-60B3-4B31-959E-CA8123A84ACB}" destId="{00763DD8-D173-4565-9B89-DE3D2BC72FDE}" srcOrd="2" destOrd="0" parTransId="{7417D3B7-C347-4A45-931E-DD34D5EDAD3D}" sibTransId="{37F22FA9-EBCB-4E93-8743-B9DB1616C560}"/>
    <dgm:cxn modelId="{322D81F3-B70F-4DF5-B399-89E0FBCFFEB6}" srcId="{A60C9668-8F38-4121-8869-E02B6AE74106}" destId="{97FA20DE-60B3-4B31-959E-CA8123A84ACB}" srcOrd="0" destOrd="0" parTransId="{A034A78F-E22F-48AF-98D0-18DC6B301AB9}" sibTransId="{FB5ACD98-02E0-4349-8883-0D5D7876C5BC}"/>
    <dgm:cxn modelId="{0E80AC55-A4C5-451C-8F55-2436129F4B4A}" type="presParOf" srcId="{4BC87827-3ABF-4582-A440-628D3DFDA2FE}" destId="{7AF3615E-C77C-4A20-B9E6-BB11A6651C0B}" srcOrd="0" destOrd="0" presId="urn:microsoft.com/office/officeart/2005/8/layout/orgChart1"/>
    <dgm:cxn modelId="{8D249C50-B0D7-4E63-B97F-44AE9625B953}" type="presParOf" srcId="{7AF3615E-C77C-4A20-B9E6-BB11A6651C0B}" destId="{2882C08C-8571-4B4C-950F-6CB2E6418808}" srcOrd="0" destOrd="0" presId="urn:microsoft.com/office/officeart/2005/8/layout/orgChart1"/>
    <dgm:cxn modelId="{73ACB213-7EF1-48AB-928F-CFF9AAA654B7}" type="presParOf" srcId="{2882C08C-8571-4B4C-950F-6CB2E6418808}" destId="{E0A404F2-D5A1-4BBF-9726-789379B6D1FD}" srcOrd="0" destOrd="0" presId="urn:microsoft.com/office/officeart/2005/8/layout/orgChart1"/>
    <dgm:cxn modelId="{6FB2D075-1F67-48DC-87E4-CE73FF13F30A}" type="presParOf" srcId="{2882C08C-8571-4B4C-950F-6CB2E6418808}" destId="{F1EA17C9-A431-4CD0-A2D5-93FD74F48869}" srcOrd="1" destOrd="0" presId="urn:microsoft.com/office/officeart/2005/8/layout/orgChart1"/>
    <dgm:cxn modelId="{7E754369-C435-43DA-8AA7-38321D1C50C9}" type="presParOf" srcId="{7AF3615E-C77C-4A20-B9E6-BB11A6651C0B}" destId="{E41C7308-D405-4BD1-930A-6FB3F0810B9D}" srcOrd="1" destOrd="0" presId="urn:microsoft.com/office/officeart/2005/8/layout/orgChart1"/>
    <dgm:cxn modelId="{B0EBB456-9824-4A1F-89D9-4A8A613617C0}" type="presParOf" srcId="{E41C7308-D405-4BD1-930A-6FB3F0810B9D}" destId="{2CB7D84A-6485-4E2D-9A38-0A2A8C1484CF}" srcOrd="0" destOrd="0" presId="urn:microsoft.com/office/officeart/2005/8/layout/orgChart1"/>
    <dgm:cxn modelId="{F1CB905B-5B10-4182-9BA7-001B0268F4DA}" type="presParOf" srcId="{E41C7308-D405-4BD1-930A-6FB3F0810B9D}" destId="{4B62B991-C9FF-4215-92E4-026D85E8EB69}" srcOrd="1" destOrd="0" presId="urn:microsoft.com/office/officeart/2005/8/layout/orgChart1"/>
    <dgm:cxn modelId="{00601F3A-BC93-4DC5-86AE-7A52E55ED7DB}" type="presParOf" srcId="{4B62B991-C9FF-4215-92E4-026D85E8EB69}" destId="{7006550A-9313-4182-A102-15EEA31A03C5}" srcOrd="0" destOrd="0" presId="urn:microsoft.com/office/officeart/2005/8/layout/orgChart1"/>
    <dgm:cxn modelId="{5DED00B2-73C4-405D-BEB5-30F843E04877}" type="presParOf" srcId="{7006550A-9313-4182-A102-15EEA31A03C5}" destId="{ED3DD102-4488-4138-853C-E1C6759A7754}" srcOrd="0" destOrd="0" presId="urn:microsoft.com/office/officeart/2005/8/layout/orgChart1"/>
    <dgm:cxn modelId="{B5FA14A7-D75A-4CBE-A6B0-C3A69A736FA0}" type="presParOf" srcId="{7006550A-9313-4182-A102-15EEA31A03C5}" destId="{B7D0638F-0FBA-449A-900F-40469E61FE8F}" srcOrd="1" destOrd="0" presId="urn:microsoft.com/office/officeart/2005/8/layout/orgChart1"/>
    <dgm:cxn modelId="{3205021A-AA7A-42EC-B549-C1DB42142462}" type="presParOf" srcId="{4B62B991-C9FF-4215-92E4-026D85E8EB69}" destId="{EF66C6F8-8B00-4282-B500-07342E48CB43}" srcOrd="1" destOrd="0" presId="urn:microsoft.com/office/officeart/2005/8/layout/orgChart1"/>
    <dgm:cxn modelId="{77677590-AA36-4E49-812A-705F42A798BF}" type="presParOf" srcId="{4B62B991-C9FF-4215-92E4-026D85E8EB69}" destId="{6CD47B8D-97B0-46F7-B385-7DEBA982A5AA}" srcOrd="2" destOrd="0" presId="urn:microsoft.com/office/officeart/2005/8/layout/orgChart1"/>
    <dgm:cxn modelId="{A7DE84AF-8A4C-4BE8-93A5-09B083671FD3}" type="presParOf" srcId="{E41C7308-D405-4BD1-930A-6FB3F0810B9D}" destId="{27892243-CF80-4C0D-9FEA-D586534C11B7}" srcOrd="2" destOrd="0" presId="urn:microsoft.com/office/officeart/2005/8/layout/orgChart1"/>
    <dgm:cxn modelId="{D152D867-DB5C-46AA-A733-354FDF19A149}" type="presParOf" srcId="{E41C7308-D405-4BD1-930A-6FB3F0810B9D}" destId="{97387994-A131-486E-A7C5-08AE57092289}" srcOrd="3" destOrd="0" presId="urn:microsoft.com/office/officeart/2005/8/layout/orgChart1"/>
    <dgm:cxn modelId="{C013AE0E-725C-4F25-84E9-474CA388AEB8}" type="presParOf" srcId="{97387994-A131-486E-A7C5-08AE57092289}" destId="{96D43164-D7D7-4EDF-AFFC-FC386DDFEA7B}" srcOrd="0" destOrd="0" presId="urn:microsoft.com/office/officeart/2005/8/layout/orgChart1"/>
    <dgm:cxn modelId="{DF9C2F86-03FC-4941-A6E4-C8F3EBE80822}" type="presParOf" srcId="{96D43164-D7D7-4EDF-AFFC-FC386DDFEA7B}" destId="{637AC668-1741-40E3-B07E-05254FA019E4}" srcOrd="0" destOrd="0" presId="urn:microsoft.com/office/officeart/2005/8/layout/orgChart1"/>
    <dgm:cxn modelId="{CA80CE8C-CD5A-48A8-A371-422098EC03E0}" type="presParOf" srcId="{96D43164-D7D7-4EDF-AFFC-FC386DDFEA7B}" destId="{9EE461D7-8766-46D4-BB2F-BA7D7916CA84}" srcOrd="1" destOrd="0" presId="urn:microsoft.com/office/officeart/2005/8/layout/orgChart1"/>
    <dgm:cxn modelId="{97C49F0E-69E7-4CBB-A010-6DED0EE3CCD7}" type="presParOf" srcId="{97387994-A131-486E-A7C5-08AE57092289}" destId="{AB6F23AF-9275-452B-B417-75ADAE5EDCBC}" srcOrd="1" destOrd="0" presId="urn:microsoft.com/office/officeart/2005/8/layout/orgChart1"/>
    <dgm:cxn modelId="{6BBE292C-BEF4-4F6E-A754-659B3AA2DA5E}" type="presParOf" srcId="{97387994-A131-486E-A7C5-08AE57092289}" destId="{6B43F731-C66C-49D3-9CAE-F5C863C994A0}" srcOrd="2" destOrd="0" presId="urn:microsoft.com/office/officeart/2005/8/layout/orgChart1"/>
    <dgm:cxn modelId="{0AE83F7B-C3F2-4F64-B173-20AAF57C8FC4}" type="presParOf" srcId="{E41C7308-D405-4BD1-930A-6FB3F0810B9D}" destId="{10F945C3-DEA6-4A59-813A-8C37F4F53615}" srcOrd="4" destOrd="0" presId="urn:microsoft.com/office/officeart/2005/8/layout/orgChart1"/>
    <dgm:cxn modelId="{B6F86D5E-65AA-4566-A96D-C7E12AF56760}" type="presParOf" srcId="{E41C7308-D405-4BD1-930A-6FB3F0810B9D}" destId="{93ACFD69-F74D-44CA-996A-7205B642289E}" srcOrd="5" destOrd="0" presId="urn:microsoft.com/office/officeart/2005/8/layout/orgChart1"/>
    <dgm:cxn modelId="{8D2ABC90-6029-4A27-835D-5A1A581C295D}" type="presParOf" srcId="{93ACFD69-F74D-44CA-996A-7205B642289E}" destId="{40133503-5243-450D-80AE-A33E56ACC255}" srcOrd="0" destOrd="0" presId="urn:microsoft.com/office/officeart/2005/8/layout/orgChart1"/>
    <dgm:cxn modelId="{05D7A355-6DF5-4DDE-95B8-1D24F6296723}" type="presParOf" srcId="{40133503-5243-450D-80AE-A33E56ACC255}" destId="{7C6B2FC6-4C52-4D28-8FD4-779EF7DE67E8}" srcOrd="0" destOrd="0" presId="urn:microsoft.com/office/officeart/2005/8/layout/orgChart1"/>
    <dgm:cxn modelId="{C8C54591-F0BF-4880-A3DE-4D7723B7F7AE}" type="presParOf" srcId="{40133503-5243-450D-80AE-A33E56ACC255}" destId="{623AC505-4A22-4C52-99A1-D844CE2B6FA5}" srcOrd="1" destOrd="0" presId="urn:microsoft.com/office/officeart/2005/8/layout/orgChart1"/>
    <dgm:cxn modelId="{7DA14467-7AD1-47A6-A1B2-77410E2BAB8F}" type="presParOf" srcId="{93ACFD69-F74D-44CA-996A-7205B642289E}" destId="{4E1452E7-5D04-45B4-A203-341A92AE9FA1}" srcOrd="1" destOrd="0" presId="urn:microsoft.com/office/officeart/2005/8/layout/orgChart1"/>
    <dgm:cxn modelId="{638CC9C9-B9CE-489C-A29A-D791E80E8D6A}" type="presParOf" srcId="{93ACFD69-F74D-44CA-996A-7205B642289E}" destId="{33092DCA-046D-468B-B49A-ECCB7B3541BB}" srcOrd="2" destOrd="0" presId="urn:microsoft.com/office/officeart/2005/8/layout/orgChart1"/>
    <dgm:cxn modelId="{0B2586C0-44D5-4B60-B174-DD5F1D27DF6A}" type="presParOf" srcId="{7AF3615E-C77C-4A20-B9E6-BB11A6651C0B}" destId="{4E883067-7E91-41B1-B4DB-D1CFADCB217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11724C8-1F3D-448D-B860-038E69E24119}" type="doc">
      <dgm:prSet loTypeId="urn:microsoft.com/office/officeart/2005/8/layout/orgChart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02AA79B5-B32A-4A98-8D36-748BF3B5687E}">
      <dgm:prSet phldrT="[Text]" phldr="0"/>
      <dgm:spPr/>
      <dgm:t>
        <a:bodyPr/>
        <a:lstStyle/>
        <a:p>
          <a:r>
            <a:rPr lang="en-US" dirty="0"/>
            <a:t>Total Car Issued</a:t>
          </a:r>
        </a:p>
        <a:p>
          <a:r>
            <a:rPr lang="en-IN" b="0" i="0" dirty="0"/>
            <a:t>892</a:t>
          </a:r>
          <a:endParaRPr lang="en-IN" dirty="0"/>
        </a:p>
      </dgm:t>
    </dgm:pt>
    <dgm:pt modelId="{1AD9B076-9772-48EB-B281-4263131570CC}" type="parTrans" cxnId="{66B802BC-A8FD-4A65-AB93-E1C13FE900E3}">
      <dgm:prSet/>
      <dgm:spPr/>
      <dgm:t>
        <a:bodyPr/>
        <a:lstStyle/>
        <a:p>
          <a:endParaRPr lang="en-IN"/>
        </a:p>
      </dgm:t>
    </dgm:pt>
    <dgm:pt modelId="{BB622D73-2E36-44C2-936C-53F94353B666}" type="sibTrans" cxnId="{66B802BC-A8FD-4A65-AB93-E1C13FE900E3}">
      <dgm:prSet/>
      <dgm:spPr/>
      <dgm:t>
        <a:bodyPr/>
        <a:lstStyle/>
        <a:p>
          <a:endParaRPr lang="en-IN"/>
        </a:p>
      </dgm:t>
    </dgm:pt>
    <dgm:pt modelId="{2689FEEB-83EE-4792-9C74-FF82F49CB466}">
      <dgm:prSet phldrT="[Text]" phldr="0"/>
      <dgm:spPr/>
      <dgm:t>
        <a:bodyPr/>
        <a:lstStyle/>
        <a:p>
          <a:r>
            <a:rPr lang="en-US" dirty="0"/>
            <a:t>Classic</a:t>
          </a:r>
          <a:br>
            <a:rPr lang="en-US" dirty="0"/>
          </a:br>
          <a:r>
            <a:rPr lang="en-US" dirty="0"/>
            <a:t>659</a:t>
          </a:r>
          <a:endParaRPr lang="en-IN" dirty="0"/>
        </a:p>
      </dgm:t>
    </dgm:pt>
    <dgm:pt modelId="{42FD0947-5168-4D24-B3E6-C6E3AB3537B5}" type="parTrans" cxnId="{E7634DBF-8E14-4F54-B223-BBD41E864E86}">
      <dgm:prSet/>
      <dgm:spPr/>
      <dgm:t>
        <a:bodyPr/>
        <a:lstStyle/>
        <a:p>
          <a:endParaRPr lang="en-IN"/>
        </a:p>
      </dgm:t>
    </dgm:pt>
    <dgm:pt modelId="{DF959159-A9B9-4405-A687-070EBE33C324}" type="sibTrans" cxnId="{E7634DBF-8E14-4F54-B223-BBD41E864E86}">
      <dgm:prSet/>
      <dgm:spPr/>
      <dgm:t>
        <a:bodyPr/>
        <a:lstStyle/>
        <a:p>
          <a:endParaRPr lang="en-IN"/>
        </a:p>
      </dgm:t>
    </dgm:pt>
    <dgm:pt modelId="{37020E41-B687-43F5-B4CB-A3265EC012A2}">
      <dgm:prSet phldrT="[Text]" phldr="0"/>
      <dgm:spPr/>
      <dgm:t>
        <a:bodyPr/>
        <a:lstStyle/>
        <a:p>
          <a:r>
            <a:rPr lang="en-US" dirty="0"/>
            <a:t>Junior</a:t>
          </a:r>
        </a:p>
        <a:p>
          <a:r>
            <a:rPr lang="en-IN" dirty="0"/>
            <a:t>145</a:t>
          </a:r>
        </a:p>
      </dgm:t>
    </dgm:pt>
    <dgm:pt modelId="{750A92B9-65AD-403B-BE45-77980E0CBCBB}" type="parTrans" cxnId="{2E5A1ECB-B7ED-4114-83F3-B385524DAF61}">
      <dgm:prSet/>
      <dgm:spPr/>
      <dgm:t>
        <a:bodyPr/>
        <a:lstStyle/>
        <a:p>
          <a:endParaRPr lang="en-IN"/>
        </a:p>
      </dgm:t>
    </dgm:pt>
    <dgm:pt modelId="{2CA35EC3-3193-4123-B08F-BA4057F07E04}" type="sibTrans" cxnId="{2E5A1ECB-B7ED-4114-83F3-B385524DAF61}">
      <dgm:prSet/>
      <dgm:spPr/>
      <dgm:t>
        <a:bodyPr/>
        <a:lstStyle/>
        <a:p>
          <a:endParaRPr lang="en-IN"/>
        </a:p>
      </dgm:t>
    </dgm:pt>
    <dgm:pt modelId="{A2ECC64B-1852-4D04-84BF-4250D02EE763}">
      <dgm:prSet phldrT="[Text]" phldr="0"/>
      <dgm:spPr/>
      <dgm:t>
        <a:bodyPr/>
        <a:lstStyle/>
        <a:p>
          <a:r>
            <a:rPr lang="en-US" dirty="0"/>
            <a:t>Gold</a:t>
          </a:r>
        </a:p>
        <a:p>
          <a:r>
            <a:rPr lang="en-IN" dirty="0"/>
            <a:t>88</a:t>
          </a:r>
        </a:p>
      </dgm:t>
    </dgm:pt>
    <dgm:pt modelId="{FD527497-0173-4C60-A19D-C696F35AAEBD}" type="parTrans" cxnId="{E6E24D71-F9F2-4F67-B06D-BAF0BBC16AC8}">
      <dgm:prSet/>
      <dgm:spPr/>
      <dgm:t>
        <a:bodyPr/>
        <a:lstStyle/>
        <a:p>
          <a:endParaRPr lang="en-IN"/>
        </a:p>
      </dgm:t>
    </dgm:pt>
    <dgm:pt modelId="{67906F2C-8464-4913-9C48-C5E8F5E1336E}" type="sibTrans" cxnId="{E6E24D71-F9F2-4F67-B06D-BAF0BBC16AC8}">
      <dgm:prSet/>
      <dgm:spPr/>
      <dgm:t>
        <a:bodyPr/>
        <a:lstStyle/>
        <a:p>
          <a:endParaRPr lang="en-IN"/>
        </a:p>
      </dgm:t>
    </dgm:pt>
    <dgm:pt modelId="{B59FB923-4392-4CA4-8E36-014F638A3ACF}" type="pres">
      <dgm:prSet presAssocID="{711724C8-1F3D-448D-B860-038E69E2411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3557C43-FC7B-4DDA-87F1-ADB2CC1BF9D2}" type="pres">
      <dgm:prSet presAssocID="{02AA79B5-B32A-4A98-8D36-748BF3B5687E}" presName="hierRoot1" presStyleCnt="0">
        <dgm:presLayoutVars>
          <dgm:hierBranch val="init"/>
        </dgm:presLayoutVars>
      </dgm:prSet>
      <dgm:spPr/>
    </dgm:pt>
    <dgm:pt modelId="{8DCD3217-B101-40BF-9116-802143FA5C6E}" type="pres">
      <dgm:prSet presAssocID="{02AA79B5-B32A-4A98-8D36-748BF3B5687E}" presName="rootComposite1" presStyleCnt="0"/>
      <dgm:spPr/>
    </dgm:pt>
    <dgm:pt modelId="{DCA1F748-371E-4FA5-BB1B-8E8B9AD99746}" type="pres">
      <dgm:prSet presAssocID="{02AA79B5-B32A-4A98-8D36-748BF3B5687E}" presName="rootText1" presStyleLbl="node0" presStyleIdx="0" presStyleCnt="1">
        <dgm:presLayoutVars>
          <dgm:chPref val="3"/>
        </dgm:presLayoutVars>
      </dgm:prSet>
      <dgm:spPr/>
    </dgm:pt>
    <dgm:pt modelId="{E7FCD7AE-97CF-4BDD-AE69-65CE437D7CB1}" type="pres">
      <dgm:prSet presAssocID="{02AA79B5-B32A-4A98-8D36-748BF3B5687E}" presName="rootConnector1" presStyleLbl="node1" presStyleIdx="0" presStyleCnt="0"/>
      <dgm:spPr/>
    </dgm:pt>
    <dgm:pt modelId="{24A6016E-D0A3-4721-B162-244040B28E61}" type="pres">
      <dgm:prSet presAssocID="{02AA79B5-B32A-4A98-8D36-748BF3B5687E}" presName="hierChild2" presStyleCnt="0"/>
      <dgm:spPr/>
    </dgm:pt>
    <dgm:pt modelId="{08EA0E42-C938-42A0-B8B6-860D21DFAFAF}" type="pres">
      <dgm:prSet presAssocID="{42FD0947-5168-4D24-B3E6-C6E3AB3537B5}" presName="Name37" presStyleLbl="parChTrans1D2" presStyleIdx="0" presStyleCnt="3"/>
      <dgm:spPr/>
    </dgm:pt>
    <dgm:pt modelId="{132659CC-E60F-4EFA-9D71-EA5A32A85BDF}" type="pres">
      <dgm:prSet presAssocID="{2689FEEB-83EE-4792-9C74-FF82F49CB466}" presName="hierRoot2" presStyleCnt="0">
        <dgm:presLayoutVars>
          <dgm:hierBranch val="l"/>
        </dgm:presLayoutVars>
      </dgm:prSet>
      <dgm:spPr/>
    </dgm:pt>
    <dgm:pt modelId="{30C48330-4496-43A1-BB2F-33C239627DE1}" type="pres">
      <dgm:prSet presAssocID="{2689FEEB-83EE-4792-9C74-FF82F49CB466}" presName="rootComposite" presStyleCnt="0"/>
      <dgm:spPr/>
    </dgm:pt>
    <dgm:pt modelId="{42EB537D-9C62-4C68-BE04-6B36BCC6FD2D}" type="pres">
      <dgm:prSet presAssocID="{2689FEEB-83EE-4792-9C74-FF82F49CB466}" presName="rootText" presStyleLbl="node2" presStyleIdx="0" presStyleCnt="3">
        <dgm:presLayoutVars>
          <dgm:chPref val="3"/>
        </dgm:presLayoutVars>
      </dgm:prSet>
      <dgm:spPr/>
    </dgm:pt>
    <dgm:pt modelId="{6995F5ED-7F7E-461B-94C8-D93D4BF88910}" type="pres">
      <dgm:prSet presAssocID="{2689FEEB-83EE-4792-9C74-FF82F49CB466}" presName="rootConnector" presStyleLbl="node2" presStyleIdx="0" presStyleCnt="3"/>
      <dgm:spPr/>
    </dgm:pt>
    <dgm:pt modelId="{CE814777-002C-4A3D-88B3-477F5955CFB1}" type="pres">
      <dgm:prSet presAssocID="{2689FEEB-83EE-4792-9C74-FF82F49CB466}" presName="hierChild4" presStyleCnt="0"/>
      <dgm:spPr/>
    </dgm:pt>
    <dgm:pt modelId="{56639DC8-0A7C-46E8-8CA1-A5ACE7324A74}" type="pres">
      <dgm:prSet presAssocID="{2689FEEB-83EE-4792-9C74-FF82F49CB466}" presName="hierChild5" presStyleCnt="0"/>
      <dgm:spPr/>
    </dgm:pt>
    <dgm:pt modelId="{7235BAA0-7F42-475F-836A-A29723E6012C}" type="pres">
      <dgm:prSet presAssocID="{750A92B9-65AD-403B-BE45-77980E0CBCBB}" presName="Name37" presStyleLbl="parChTrans1D2" presStyleIdx="1" presStyleCnt="3"/>
      <dgm:spPr/>
    </dgm:pt>
    <dgm:pt modelId="{F5B20B80-E662-46EE-9CDD-0D7DBC255EAD}" type="pres">
      <dgm:prSet presAssocID="{37020E41-B687-43F5-B4CB-A3265EC012A2}" presName="hierRoot2" presStyleCnt="0">
        <dgm:presLayoutVars>
          <dgm:hierBranch val="init"/>
        </dgm:presLayoutVars>
      </dgm:prSet>
      <dgm:spPr/>
    </dgm:pt>
    <dgm:pt modelId="{4A01E201-E100-48CC-A2BE-21319602644B}" type="pres">
      <dgm:prSet presAssocID="{37020E41-B687-43F5-B4CB-A3265EC012A2}" presName="rootComposite" presStyleCnt="0"/>
      <dgm:spPr/>
    </dgm:pt>
    <dgm:pt modelId="{32B8C780-B99A-47B2-9617-FF57AA11B56B}" type="pres">
      <dgm:prSet presAssocID="{37020E41-B687-43F5-B4CB-A3265EC012A2}" presName="rootText" presStyleLbl="node2" presStyleIdx="1" presStyleCnt="3">
        <dgm:presLayoutVars>
          <dgm:chPref val="3"/>
        </dgm:presLayoutVars>
      </dgm:prSet>
      <dgm:spPr/>
    </dgm:pt>
    <dgm:pt modelId="{4DDBD2D3-0DBB-4E0F-A555-9EDCBC2B94D2}" type="pres">
      <dgm:prSet presAssocID="{37020E41-B687-43F5-B4CB-A3265EC012A2}" presName="rootConnector" presStyleLbl="node2" presStyleIdx="1" presStyleCnt="3"/>
      <dgm:spPr/>
    </dgm:pt>
    <dgm:pt modelId="{23FBDF4F-7A7F-471B-ACE5-5AE690D42C9E}" type="pres">
      <dgm:prSet presAssocID="{37020E41-B687-43F5-B4CB-A3265EC012A2}" presName="hierChild4" presStyleCnt="0"/>
      <dgm:spPr/>
    </dgm:pt>
    <dgm:pt modelId="{1BCA180B-0693-45C9-8660-152056866B11}" type="pres">
      <dgm:prSet presAssocID="{37020E41-B687-43F5-B4CB-A3265EC012A2}" presName="hierChild5" presStyleCnt="0"/>
      <dgm:spPr/>
    </dgm:pt>
    <dgm:pt modelId="{91864904-F34A-48A2-985B-A20FB2390BAC}" type="pres">
      <dgm:prSet presAssocID="{FD527497-0173-4C60-A19D-C696F35AAEBD}" presName="Name37" presStyleLbl="parChTrans1D2" presStyleIdx="2" presStyleCnt="3"/>
      <dgm:spPr/>
    </dgm:pt>
    <dgm:pt modelId="{F3302FDA-8362-4B76-8791-EAB04EE6E166}" type="pres">
      <dgm:prSet presAssocID="{A2ECC64B-1852-4D04-84BF-4250D02EE763}" presName="hierRoot2" presStyleCnt="0">
        <dgm:presLayoutVars>
          <dgm:hierBranch val="init"/>
        </dgm:presLayoutVars>
      </dgm:prSet>
      <dgm:spPr/>
    </dgm:pt>
    <dgm:pt modelId="{436D029D-546F-4F57-B0E2-FE3CCF3FCCF8}" type="pres">
      <dgm:prSet presAssocID="{A2ECC64B-1852-4D04-84BF-4250D02EE763}" presName="rootComposite" presStyleCnt="0"/>
      <dgm:spPr/>
    </dgm:pt>
    <dgm:pt modelId="{66EC3440-2713-48AF-851A-E4F1AB893434}" type="pres">
      <dgm:prSet presAssocID="{A2ECC64B-1852-4D04-84BF-4250D02EE763}" presName="rootText" presStyleLbl="node2" presStyleIdx="2" presStyleCnt="3">
        <dgm:presLayoutVars>
          <dgm:chPref val="3"/>
        </dgm:presLayoutVars>
      </dgm:prSet>
      <dgm:spPr/>
    </dgm:pt>
    <dgm:pt modelId="{C35EF651-2435-4613-90CC-40B8EA521417}" type="pres">
      <dgm:prSet presAssocID="{A2ECC64B-1852-4D04-84BF-4250D02EE763}" presName="rootConnector" presStyleLbl="node2" presStyleIdx="2" presStyleCnt="3"/>
      <dgm:spPr/>
    </dgm:pt>
    <dgm:pt modelId="{9A7CFDDC-4552-4C19-B3D9-4964ACAEE345}" type="pres">
      <dgm:prSet presAssocID="{A2ECC64B-1852-4D04-84BF-4250D02EE763}" presName="hierChild4" presStyleCnt="0"/>
      <dgm:spPr/>
    </dgm:pt>
    <dgm:pt modelId="{41DCD2F8-4A78-4E89-B385-183CAA696614}" type="pres">
      <dgm:prSet presAssocID="{A2ECC64B-1852-4D04-84BF-4250D02EE763}" presName="hierChild5" presStyleCnt="0"/>
      <dgm:spPr/>
    </dgm:pt>
    <dgm:pt modelId="{B65B351B-5302-4A95-937F-31DACA2CD1B7}" type="pres">
      <dgm:prSet presAssocID="{02AA79B5-B32A-4A98-8D36-748BF3B5687E}" presName="hierChild3" presStyleCnt="0"/>
      <dgm:spPr/>
    </dgm:pt>
  </dgm:ptLst>
  <dgm:cxnLst>
    <dgm:cxn modelId="{67138C07-7485-4D7A-AC40-AEABA71D8CDC}" type="presOf" srcId="{37020E41-B687-43F5-B4CB-A3265EC012A2}" destId="{4DDBD2D3-0DBB-4E0F-A555-9EDCBC2B94D2}" srcOrd="1" destOrd="0" presId="urn:microsoft.com/office/officeart/2005/8/layout/orgChart1"/>
    <dgm:cxn modelId="{D1D7100C-C67F-4D3E-8FEC-ADB8E3EB6B50}" type="presOf" srcId="{2689FEEB-83EE-4792-9C74-FF82F49CB466}" destId="{42EB537D-9C62-4C68-BE04-6B36BCC6FD2D}" srcOrd="0" destOrd="0" presId="urn:microsoft.com/office/officeart/2005/8/layout/orgChart1"/>
    <dgm:cxn modelId="{E066A910-9720-4623-B020-6C5D7F1D080D}" type="presOf" srcId="{FD527497-0173-4C60-A19D-C696F35AAEBD}" destId="{91864904-F34A-48A2-985B-A20FB2390BAC}" srcOrd="0" destOrd="0" presId="urn:microsoft.com/office/officeart/2005/8/layout/orgChart1"/>
    <dgm:cxn modelId="{C3046E40-EBA7-4DC6-9245-A00899097E3E}" type="presOf" srcId="{02AA79B5-B32A-4A98-8D36-748BF3B5687E}" destId="{E7FCD7AE-97CF-4BDD-AE69-65CE437D7CB1}" srcOrd="1" destOrd="0" presId="urn:microsoft.com/office/officeart/2005/8/layout/orgChart1"/>
    <dgm:cxn modelId="{D79D9E63-9272-4D7B-A1A1-78488DB9D657}" type="presOf" srcId="{02AA79B5-B32A-4A98-8D36-748BF3B5687E}" destId="{DCA1F748-371E-4FA5-BB1B-8E8B9AD99746}" srcOrd="0" destOrd="0" presId="urn:microsoft.com/office/officeart/2005/8/layout/orgChart1"/>
    <dgm:cxn modelId="{65ECA645-8F6F-4105-994F-777AD7B3D99A}" type="presOf" srcId="{37020E41-B687-43F5-B4CB-A3265EC012A2}" destId="{32B8C780-B99A-47B2-9617-FF57AA11B56B}" srcOrd="0" destOrd="0" presId="urn:microsoft.com/office/officeart/2005/8/layout/orgChart1"/>
    <dgm:cxn modelId="{2E2B8D49-BA21-4D6E-97D4-90EA843A4FC5}" type="presOf" srcId="{A2ECC64B-1852-4D04-84BF-4250D02EE763}" destId="{C35EF651-2435-4613-90CC-40B8EA521417}" srcOrd="1" destOrd="0" presId="urn:microsoft.com/office/officeart/2005/8/layout/orgChart1"/>
    <dgm:cxn modelId="{9AD7B369-4129-4558-8C2B-616CEC73A52A}" type="presOf" srcId="{711724C8-1F3D-448D-B860-038E69E24119}" destId="{B59FB923-4392-4CA4-8E36-014F638A3ACF}" srcOrd="0" destOrd="0" presId="urn:microsoft.com/office/officeart/2005/8/layout/orgChart1"/>
    <dgm:cxn modelId="{E6E24D71-F9F2-4F67-B06D-BAF0BBC16AC8}" srcId="{02AA79B5-B32A-4A98-8D36-748BF3B5687E}" destId="{A2ECC64B-1852-4D04-84BF-4250D02EE763}" srcOrd="2" destOrd="0" parTransId="{FD527497-0173-4C60-A19D-C696F35AAEBD}" sibTransId="{67906F2C-8464-4913-9C48-C5E8F5E1336E}"/>
    <dgm:cxn modelId="{9383BB7F-4336-4AA1-8AD9-BFE52B6028C5}" type="presOf" srcId="{2689FEEB-83EE-4792-9C74-FF82F49CB466}" destId="{6995F5ED-7F7E-461B-94C8-D93D4BF88910}" srcOrd="1" destOrd="0" presId="urn:microsoft.com/office/officeart/2005/8/layout/orgChart1"/>
    <dgm:cxn modelId="{EF2E8A9C-ACB1-49FE-9B50-85DB1AC47E23}" type="presOf" srcId="{42FD0947-5168-4D24-B3E6-C6E3AB3537B5}" destId="{08EA0E42-C938-42A0-B8B6-860D21DFAFAF}" srcOrd="0" destOrd="0" presId="urn:microsoft.com/office/officeart/2005/8/layout/orgChart1"/>
    <dgm:cxn modelId="{E79B80AE-D144-42EA-961F-7BCFE2F2FEB8}" type="presOf" srcId="{750A92B9-65AD-403B-BE45-77980E0CBCBB}" destId="{7235BAA0-7F42-475F-836A-A29723E6012C}" srcOrd="0" destOrd="0" presId="urn:microsoft.com/office/officeart/2005/8/layout/orgChart1"/>
    <dgm:cxn modelId="{66B802BC-A8FD-4A65-AB93-E1C13FE900E3}" srcId="{711724C8-1F3D-448D-B860-038E69E24119}" destId="{02AA79B5-B32A-4A98-8D36-748BF3B5687E}" srcOrd="0" destOrd="0" parTransId="{1AD9B076-9772-48EB-B281-4263131570CC}" sibTransId="{BB622D73-2E36-44C2-936C-53F94353B666}"/>
    <dgm:cxn modelId="{E7634DBF-8E14-4F54-B223-BBD41E864E86}" srcId="{02AA79B5-B32A-4A98-8D36-748BF3B5687E}" destId="{2689FEEB-83EE-4792-9C74-FF82F49CB466}" srcOrd="0" destOrd="0" parTransId="{42FD0947-5168-4D24-B3E6-C6E3AB3537B5}" sibTransId="{DF959159-A9B9-4405-A687-070EBE33C324}"/>
    <dgm:cxn modelId="{2E5A1ECB-B7ED-4114-83F3-B385524DAF61}" srcId="{02AA79B5-B32A-4A98-8D36-748BF3B5687E}" destId="{37020E41-B687-43F5-B4CB-A3265EC012A2}" srcOrd="1" destOrd="0" parTransId="{750A92B9-65AD-403B-BE45-77980E0CBCBB}" sibTransId="{2CA35EC3-3193-4123-B08F-BA4057F07E04}"/>
    <dgm:cxn modelId="{3B8DC9E4-A434-4A80-814C-35C3E0AE7181}" type="presOf" srcId="{A2ECC64B-1852-4D04-84BF-4250D02EE763}" destId="{66EC3440-2713-48AF-851A-E4F1AB893434}" srcOrd="0" destOrd="0" presId="urn:microsoft.com/office/officeart/2005/8/layout/orgChart1"/>
    <dgm:cxn modelId="{F8541951-04A0-4067-BDB4-9D8FFA1925A5}" type="presParOf" srcId="{B59FB923-4392-4CA4-8E36-014F638A3ACF}" destId="{A3557C43-FC7B-4DDA-87F1-ADB2CC1BF9D2}" srcOrd="0" destOrd="0" presId="urn:microsoft.com/office/officeart/2005/8/layout/orgChart1"/>
    <dgm:cxn modelId="{A832A13D-1C64-46C4-8381-DD302658A1B8}" type="presParOf" srcId="{A3557C43-FC7B-4DDA-87F1-ADB2CC1BF9D2}" destId="{8DCD3217-B101-40BF-9116-802143FA5C6E}" srcOrd="0" destOrd="0" presId="urn:microsoft.com/office/officeart/2005/8/layout/orgChart1"/>
    <dgm:cxn modelId="{6A315D9D-310B-4A58-8E38-72539D354C23}" type="presParOf" srcId="{8DCD3217-B101-40BF-9116-802143FA5C6E}" destId="{DCA1F748-371E-4FA5-BB1B-8E8B9AD99746}" srcOrd="0" destOrd="0" presId="urn:microsoft.com/office/officeart/2005/8/layout/orgChart1"/>
    <dgm:cxn modelId="{6E00F74A-6A9B-4EF6-B249-050943BD7F41}" type="presParOf" srcId="{8DCD3217-B101-40BF-9116-802143FA5C6E}" destId="{E7FCD7AE-97CF-4BDD-AE69-65CE437D7CB1}" srcOrd="1" destOrd="0" presId="urn:microsoft.com/office/officeart/2005/8/layout/orgChart1"/>
    <dgm:cxn modelId="{40F7DAC8-38AB-4D15-A15F-B52156985A69}" type="presParOf" srcId="{A3557C43-FC7B-4DDA-87F1-ADB2CC1BF9D2}" destId="{24A6016E-D0A3-4721-B162-244040B28E61}" srcOrd="1" destOrd="0" presId="urn:microsoft.com/office/officeart/2005/8/layout/orgChart1"/>
    <dgm:cxn modelId="{EA70F319-5B61-48F0-A2B0-1CD57BF05857}" type="presParOf" srcId="{24A6016E-D0A3-4721-B162-244040B28E61}" destId="{08EA0E42-C938-42A0-B8B6-860D21DFAFAF}" srcOrd="0" destOrd="0" presId="urn:microsoft.com/office/officeart/2005/8/layout/orgChart1"/>
    <dgm:cxn modelId="{BEF77331-2433-4003-A9DB-21724126B14E}" type="presParOf" srcId="{24A6016E-D0A3-4721-B162-244040B28E61}" destId="{132659CC-E60F-4EFA-9D71-EA5A32A85BDF}" srcOrd="1" destOrd="0" presId="urn:microsoft.com/office/officeart/2005/8/layout/orgChart1"/>
    <dgm:cxn modelId="{FE74EF99-1919-4E3E-BFDF-EB168A3C884C}" type="presParOf" srcId="{132659CC-E60F-4EFA-9D71-EA5A32A85BDF}" destId="{30C48330-4496-43A1-BB2F-33C239627DE1}" srcOrd="0" destOrd="0" presId="urn:microsoft.com/office/officeart/2005/8/layout/orgChart1"/>
    <dgm:cxn modelId="{C6F9D59D-B721-4F9F-BFAB-BDF0F5927BAB}" type="presParOf" srcId="{30C48330-4496-43A1-BB2F-33C239627DE1}" destId="{42EB537D-9C62-4C68-BE04-6B36BCC6FD2D}" srcOrd="0" destOrd="0" presId="urn:microsoft.com/office/officeart/2005/8/layout/orgChart1"/>
    <dgm:cxn modelId="{493133F5-84EC-42BD-BE7C-3B32AC6AB298}" type="presParOf" srcId="{30C48330-4496-43A1-BB2F-33C239627DE1}" destId="{6995F5ED-7F7E-461B-94C8-D93D4BF88910}" srcOrd="1" destOrd="0" presId="urn:microsoft.com/office/officeart/2005/8/layout/orgChart1"/>
    <dgm:cxn modelId="{1C5BCF17-19E9-4221-8076-002CFF9F9057}" type="presParOf" srcId="{132659CC-E60F-4EFA-9D71-EA5A32A85BDF}" destId="{CE814777-002C-4A3D-88B3-477F5955CFB1}" srcOrd="1" destOrd="0" presId="urn:microsoft.com/office/officeart/2005/8/layout/orgChart1"/>
    <dgm:cxn modelId="{84E96594-8F7E-4052-9FBC-423807E0B08C}" type="presParOf" srcId="{132659CC-E60F-4EFA-9D71-EA5A32A85BDF}" destId="{56639DC8-0A7C-46E8-8CA1-A5ACE7324A74}" srcOrd="2" destOrd="0" presId="urn:microsoft.com/office/officeart/2005/8/layout/orgChart1"/>
    <dgm:cxn modelId="{D49EC111-A8F1-40A0-8655-CBF1E3072C1E}" type="presParOf" srcId="{24A6016E-D0A3-4721-B162-244040B28E61}" destId="{7235BAA0-7F42-475F-836A-A29723E6012C}" srcOrd="2" destOrd="0" presId="urn:microsoft.com/office/officeart/2005/8/layout/orgChart1"/>
    <dgm:cxn modelId="{D938D57F-5D1E-4A7D-8D08-9C0F5388BDF9}" type="presParOf" srcId="{24A6016E-D0A3-4721-B162-244040B28E61}" destId="{F5B20B80-E662-46EE-9CDD-0D7DBC255EAD}" srcOrd="3" destOrd="0" presId="urn:microsoft.com/office/officeart/2005/8/layout/orgChart1"/>
    <dgm:cxn modelId="{B38A90BC-F9CD-4C58-B0BC-D000994D4876}" type="presParOf" srcId="{F5B20B80-E662-46EE-9CDD-0D7DBC255EAD}" destId="{4A01E201-E100-48CC-A2BE-21319602644B}" srcOrd="0" destOrd="0" presId="urn:microsoft.com/office/officeart/2005/8/layout/orgChart1"/>
    <dgm:cxn modelId="{E115556B-7C04-46A4-B4D5-F93DBF7A4B76}" type="presParOf" srcId="{4A01E201-E100-48CC-A2BE-21319602644B}" destId="{32B8C780-B99A-47B2-9617-FF57AA11B56B}" srcOrd="0" destOrd="0" presId="urn:microsoft.com/office/officeart/2005/8/layout/orgChart1"/>
    <dgm:cxn modelId="{C9B3D116-2F76-4147-AA57-5339E8A360D5}" type="presParOf" srcId="{4A01E201-E100-48CC-A2BE-21319602644B}" destId="{4DDBD2D3-0DBB-4E0F-A555-9EDCBC2B94D2}" srcOrd="1" destOrd="0" presId="urn:microsoft.com/office/officeart/2005/8/layout/orgChart1"/>
    <dgm:cxn modelId="{B19CE087-B186-4199-B22E-EF68B8C5C787}" type="presParOf" srcId="{F5B20B80-E662-46EE-9CDD-0D7DBC255EAD}" destId="{23FBDF4F-7A7F-471B-ACE5-5AE690D42C9E}" srcOrd="1" destOrd="0" presId="urn:microsoft.com/office/officeart/2005/8/layout/orgChart1"/>
    <dgm:cxn modelId="{D97E00E1-DF43-4CBE-B8DE-E71666CA2691}" type="presParOf" srcId="{F5B20B80-E662-46EE-9CDD-0D7DBC255EAD}" destId="{1BCA180B-0693-45C9-8660-152056866B11}" srcOrd="2" destOrd="0" presId="urn:microsoft.com/office/officeart/2005/8/layout/orgChart1"/>
    <dgm:cxn modelId="{2CE15171-7355-43A5-B5E0-7F4059B07169}" type="presParOf" srcId="{24A6016E-D0A3-4721-B162-244040B28E61}" destId="{91864904-F34A-48A2-985B-A20FB2390BAC}" srcOrd="4" destOrd="0" presId="urn:microsoft.com/office/officeart/2005/8/layout/orgChart1"/>
    <dgm:cxn modelId="{344245A5-41C6-4C15-9C7F-A2B519444F76}" type="presParOf" srcId="{24A6016E-D0A3-4721-B162-244040B28E61}" destId="{F3302FDA-8362-4B76-8791-EAB04EE6E166}" srcOrd="5" destOrd="0" presId="urn:microsoft.com/office/officeart/2005/8/layout/orgChart1"/>
    <dgm:cxn modelId="{A19C631E-00B4-4A82-9B3C-EAB362E01DB6}" type="presParOf" srcId="{F3302FDA-8362-4B76-8791-EAB04EE6E166}" destId="{436D029D-546F-4F57-B0E2-FE3CCF3FCCF8}" srcOrd="0" destOrd="0" presId="urn:microsoft.com/office/officeart/2005/8/layout/orgChart1"/>
    <dgm:cxn modelId="{595ADA57-72FA-4B4F-A6D5-FAFD37FE037C}" type="presParOf" srcId="{436D029D-546F-4F57-B0E2-FE3CCF3FCCF8}" destId="{66EC3440-2713-48AF-851A-E4F1AB893434}" srcOrd="0" destOrd="0" presId="urn:microsoft.com/office/officeart/2005/8/layout/orgChart1"/>
    <dgm:cxn modelId="{5D87DF2A-27B9-4F0A-ABE2-2CF984007940}" type="presParOf" srcId="{436D029D-546F-4F57-B0E2-FE3CCF3FCCF8}" destId="{C35EF651-2435-4613-90CC-40B8EA521417}" srcOrd="1" destOrd="0" presId="urn:microsoft.com/office/officeart/2005/8/layout/orgChart1"/>
    <dgm:cxn modelId="{D75ED7C1-B8B3-41CE-A682-1133109B07D2}" type="presParOf" srcId="{F3302FDA-8362-4B76-8791-EAB04EE6E166}" destId="{9A7CFDDC-4552-4C19-B3D9-4964ACAEE345}" srcOrd="1" destOrd="0" presId="urn:microsoft.com/office/officeart/2005/8/layout/orgChart1"/>
    <dgm:cxn modelId="{CA381313-1456-4CDE-8B42-D051E4882281}" type="presParOf" srcId="{F3302FDA-8362-4B76-8791-EAB04EE6E166}" destId="{41DCD2F8-4A78-4E89-B385-183CAA696614}" srcOrd="2" destOrd="0" presId="urn:microsoft.com/office/officeart/2005/8/layout/orgChart1"/>
    <dgm:cxn modelId="{F1E0D360-C960-4435-895C-EA339D8EFE14}" type="presParOf" srcId="{A3557C43-FC7B-4DDA-87F1-ADB2CC1BF9D2}" destId="{B65B351B-5302-4A95-937F-31DACA2CD1B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60820F-1D91-4CBB-8526-C3E5BFF349F9}">
      <dsp:nvSpPr>
        <dsp:cNvPr id="0" name=""/>
        <dsp:cNvSpPr/>
      </dsp:nvSpPr>
      <dsp:spPr>
        <a:xfrm>
          <a:off x="388259" y="830270"/>
          <a:ext cx="769643" cy="769643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C8ABE0-D19C-4E60-942E-32AD4033AB85}">
      <dsp:nvSpPr>
        <dsp:cNvPr id="0" name=""/>
        <dsp:cNvSpPr/>
      </dsp:nvSpPr>
      <dsp:spPr>
        <a:xfrm>
          <a:off x="388259" y="830270"/>
          <a:ext cx="769643" cy="769643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B026EA-1FB1-4BFE-98F4-E66E1D0EA085}">
      <dsp:nvSpPr>
        <dsp:cNvPr id="0" name=""/>
        <dsp:cNvSpPr/>
      </dsp:nvSpPr>
      <dsp:spPr>
        <a:xfrm>
          <a:off x="3438" y="968806"/>
          <a:ext cx="1539286" cy="492571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Customer Demographics </a:t>
          </a:r>
        </a:p>
      </dsp:txBody>
      <dsp:txXfrm>
        <a:off x="3438" y="968806"/>
        <a:ext cx="1539286" cy="492571"/>
      </dsp:txXfrm>
    </dsp:sp>
    <dsp:sp modelId="{9DB84CBD-CF0E-47E5-86DD-DC64307C11BC}">
      <dsp:nvSpPr>
        <dsp:cNvPr id="0" name=""/>
        <dsp:cNvSpPr/>
      </dsp:nvSpPr>
      <dsp:spPr>
        <a:xfrm>
          <a:off x="2250796" y="830270"/>
          <a:ext cx="769643" cy="769643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661298-451E-4FE0-9DDF-430993C9B4D3}">
      <dsp:nvSpPr>
        <dsp:cNvPr id="0" name=""/>
        <dsp:cNvSpPr/>
      </dsp:nvSpPr>
      <dsp:spPr>
        <a:xfrm>
          <a:off x="2250796" y="830270"/>
          <a:ext cx="769643" cy="769643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4716DE-1418-4313-A701-52975E555AA8}">
      <dsp:nvSpPr>
        <dsp:cNvPr id="0" name=""/>
        <dsp:cNvSpPr/>
      </dsp:nvSpPr>
      <dsp:spPr>
        <a:xfrm>
          <a:off x="1865974" y="968806"/>
          <a:ext cx="1539286" cy="492571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Account Analysis </a:t>
          </a:r>
        </a:p>
      </dsp:txBody>
      <dsp:txXfrm>
        <a:off x="1865974" y="968806"/>
        <a:ext cx="1539286" cy="492571"/>
      </dsp:txXfrm>
    </dsp:sp>
    <dsp:sp modelId="{0288BEB3-AE9C-47C3-BF63-BAA4C0F844C1}">
      <dsp:nvSpPr>
        <dsp:cNvPr id="0" name=""/>
        <dsp:cNvSpPr/>
      </dsp:nvSpPr>
      <dsp:spPr>
        <a:xfrm>
          <a:off x="4113333" y="830270"/>
          <a:ext cx="769643" cy="769643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8590F7-C1C8-4C73-BF22-D9A35E5DE8AC}">
      <dsp:nvSpPr>
        <dsp:cNvPr id="0" name=""/>
        <dsp:cNvSpPr/>
      </dsp:nvSpPr>
      <dsp:spPr>
        <a:xfrm>
          <a:off x="4113333" y="830270"/>
          <a:ext cx="769643" cy="769643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5360A9-119B-4DB9-B8CB-E8535DE10303}">
      <dsp:nvSpPr>
        <dsp:cNvPr id="0" name=""/>
        <dsp:cNvSpPr/>
      </dsp:nvSpPr>
      <dsp:spPr>
        <a:xfrm>
          <a:off x="3728511" y="968806"/>
          <a:ext cx="1539286" cy="492571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Transaction Analysis </a:t>
          </a:r>
        </a:p>
      </dsp:txBody>
      <dsp:txXfrm>
        <a:off x="3728511" y="968806"/>
        <a:ext cx="1539286" cy="492571"/>
      </dsp:txXfrm>
    </dsp:sp>
    <dsp:sp modelId="{884E954B-D781-4D7C-AFE3-63494CCD5336}">
      <dsp:nvSpPr>
        <dsp:cNvPr id="0" name=""/>
        <dsp:cNvSpPr/>
      </dsp:nvSpPr>
      <dsp:spPr>
        <a:xfrm>
          <a:off x="5975869" y="830270"/>
          <a:ext cx="769643" cy="769643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513B49-84E4-4C16-B9D1-B321776342D8}">
      <dsp:nvSpPr>
        <dsp:cNvPr id="0" name=""/>
        <dsp:cNvSpPr/>
      </dsp:nvSpPr>
      <dsp:spPr>
        <a:xfrm>
          <a:off x="5975869" y="830270"/>
          <a:ext cx="769643" cy="769643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4B989F-5F3D-403C-BED3-5A7C13E616FB}">
      <dsp:nvSpPr>
        <dsp:cNvPr id="0" name=""/>
        <dsp:cNvSpPr/>
      </dsp:nvSpPr>
      <dsp:spPr>
        <a:xfrm>
          <a:off x="5591048" y="968806"/>
          <a:ext cx="1539286" cy="492571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Loan Analysis </a:t>
          </a:r>
        </a:p>
      </dsp:txBody>
      <dsp:txXfrm>
        <a:off x="5591048" y="968806"/>
        <a:ext cx="1539286" cy="492571"/>
      </dsp:txXfrm>
    </dsp:sp>
    <dsp:sp modelId="{E8DF591D-E0E2-40D6-8FFB-A401E6DFACF4}">
      <dsp:nvSpPr>
        <dsp:cNvPr id="0" name=""/>
        <dsp:cNvSpPr/>
      </dsp:nvSpPr>
      <dsp:spPr>
        <a:xfrm>
          <a:off x="7838406" y="830270"/>
          <a:ext cx="769643" cy="769643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719FD4-E776-45D8-989A-4B895FF601E9}">
      <dsp:nvSpPr>
        <dsp:cNvPr id="0" name=""/>
        <dsp:cNvSpPr/>
      </dsp:nvSpPr>
      <dsp:spPr>
        <a:xfrm>
          <a:off x="7838406" y="830270"/>
          <a:ext cx="769643" cy="769643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47CE00-5459-465A-9DFF-8EA95A1E8CE0}">
      <dsp:nvSpPr>
        <dsp:cNvPr id="0" name=""/>
        <dsp:cNvSpPr/>
      </dsp:nvSpPr>
      <dsp:spPr>
        <a:xfrm>
          <a:off x="7453584" y="968806"/>
          <a:ext cx="1539286" cy="492571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Card Analysis </a:t>
          </a:r>
        </a:p>
      </dsp:txBody>
      <dsp:txXfrm>
        <a:off x="7453584" y="968806"/>
        <a:ext cx="1539286" cy="492571"/>
      </dsp:txXfrm>
    </dsp:sp>
    <dsp:sp modelId="{2C7572D0-9D3C-4955-B976-D5EFB6F8E20B}">
      <dsp:nvSpPr>
        <dsp:cNvPr id="0" name=""/>
        <dsp:cNvSpPr/>
      </dsp:nvSpPr>
      <dsp:spPr>
        <a:xfrm>
          <a:off x="9700943" y="830270"/>
          <a:ext cx="769643" cy="769643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5DD241-DAD4-48AE-9067-06DF22FAE66A}">
      <dsp:nvSpPr>
        <dsp:cNvPr id="0" name=""/>
        <dsp:cNvSpPr/>
      </dsp:nvSpPr>
      <dsp:spPr>
        <a:xfrm>
          <a:off x="9700943" y="830270"/>
          <a:ext cx="769643" cy="769643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1E5573-00A4-4BB0-8B33-0ED7701F653A}">
      <dsp:nvSpPr>
        <dsp:cNvPr id="0" name=""/>
        <dsp:cNvSpPr/>
      </dsp:nvSpPr>
      <dsp:spPr>
        <a:xfrm>
          <a:off x="9316121" y="968806"/>
          <a:ext cx="1539286" cy="492571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District Analysis </a:t>
          </a:r>
        </a:p>
      </dsp:txBody>
      <dsp:txXfrm>
        <a:off x="9316121" y="968806"/>
        <a:ext cx="1539286" cy="4925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F945C3-DEA6-4A59-813A-8C37F4F53615}">
      <dsp:nvSpPr>
        <dsp:cNvPr id="0" name=""/>
        <dsp:cNvSpPr/>
      </dsp:nvSpPr>
      <dsp:spPr>
        <a:xfrm>
          <a:off x="4808131" y="735971"/>
          <a:ext cx="1779014" cy="3087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377"/>
              </a:lnTo>
              <a:lnTo>
                <a:pt x="1779014" y="154377"/>
              </a:lnTo>
              <a:lnTo>
                <a:pt x="1779014" y="30875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892243-CF80-4C0D-9FEA-D586534C11B7}">
      <dsp:nvSpPr>
        <dsp:cNvPr id="0" name=""/>
        <dsp:cNvSpPr/>
      </dsp:nvSpPr>
      <dsp:spPr>
        <a:xfrm>
          <a:off x="4762411" y="735971"/>
          <a:ext cx="91440" cy="3087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875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B7D84A-6485-4E2D-9A38-0A2A8C1484CF}">
      <dsp:nvSpPr>
        <dsp:cNvPr id="0" name=""/>
        <dsp:cNvSpPr/>
      </dsp:nvSpPr>
      <dsp:spPr>
        <a:xfrm>
          <a:off x="3029116" y="735971"/>
          <a:ext cx="1779014" cy="308754"/>
        </a:xfrm>
        <a:custGeom>
          <a:avLst/>
          <a:gdLst/>
          <a:ahLst/>
          <a:cxnLst/>
          <a:rect l="0" t="0" r="0" b="0"/>
          <a:pathLst>
            <a:path>
              <a:moveTo>
                <a:pt x="1779014" y="0"/>
              </a:moveTo>
              <a:lnTo>
                <a:pt x="1779014" y="154377"/>
              </a:lnTo>
              <a:lnTo>
                <a:pt x="0" y="154377"/>
              </a:lnTo>
              <a:lnTo>
                <a:pt x="0" y="30875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A404F2-D5A1-4BBF-9726-789379B6D1FD}">
      <dsp:nvSpPr>
        <dsp:cNvPr id="0" name=""/>
        <dsp:cNvSpPr/>
      </dsp:nvSpPr>
      <dsp:spPr>
        <a:xfrm>
          <a:off x="4073001" y="841"/>
          <a:ext cx="1470259" cy="7351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Total Accounts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4500</a:t>
          </a:r>
        </a:p>
      </dsp:txBody>
      <dsp:txXfrm>
        <a:off x="4073001" y="841"/>
        <a:ext cx="1470259" cy="735129"/>
      </dsp:txXfrm>
    </dsp:sp>
    <dsp:sp modelId="{ED3DD102-4488-4138-853C-E1C6759A7754}">
      <dsp:nvSpPr>
        <dsp:cNvPr id="0" name=""/>
        <dsp:cNvSpPr/>
      </dsp:nvSpPr>
      <dsp:spPr>
        <a:xfrm>
          <a:off x="2293987" y="1044726"/>
          <a:ext cx="1470259" cy="73512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500" kern="1200" dirty="0"/>
          </a:br>
          <a:r>
            <a:rPr lang="en-US" sz="1500" kern="1200" dirty="0"/>
            <a:t>Saving Account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1533</a:t>
          </a:r>
        </a:p>
      </dsp:txBody>
      <dsp:txXfrm>
        <a:off x="2293987" y="1044726"/>
        <a:ext cx="1470259" cy="735129"/>
      </dsp:txXfrm>
    </dsp:sp>
    <dsp:sp modelId="{637AC668-1741-40E3-B07E-05254FA019E4}">
      <dsp:nvSpPr>
        <dsp:cNvPr id="0" name=""/>
        <dsp:cNvSpPr/>
      </dsp:nvSpPr>
      <dsp:spPr>
        <a:xfrm>
          <a:off x="4073001" y="1044726"/>
          <a:ext cx="1470259" cy="73512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NRI Account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1522</a:t>
          </a:r>
        </a:p>
      </dsp:txBody>
      <dsp:txXfrm>
        <a:off x="4073001" y="1044726"/>
        <a:ext cx="1470259" cy="735129"/>
      </dsp:txXfrm>
    </dsp:sp>
    <dsp:sp modelId="{7C6B2FC6-4C52-4D28-8FD4-779EF7DE67E8}">
      <dsp:nvSpPr>
        <dsp:cNvPr id="0" name=""/>
        <dsp:cNvSpPr/>
      </dsp:nvSpPr>
      <dsp:spPr>
        <a:xfrm>
          <a:off x="5852016" y="1044726"/>
          <a:ext cx="1470259" cy="73512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Salary Account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1445</a:t>
          </a:r>
        </a:p>
      </dsp:txBody>
      <dsp:txXfrm>
        <a:off x="5852016" y="1044726"/>
        <a:ext cx="1470259" cy="7351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864904-F34A-48A2-985B-A20FB2390BAC}">
      <dsp:nvSpPr>
        <dsp:cNvPr id="0" name=""/>
        <dsp:cNvSpPr/>
      </dsp:nvSpPr>
      <dsp:spPr>
        <a:xfrm>
          <a:off x="5238120" y="540772"/>
          <a:ext cx="1307547" cy="2269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3464"/>
              </a:lnTo>
              <a:lnTo>
                <a:pt x="1307547" y="113464"/>
              </a:lnTo>
              <a:lnTo>
                <a:pt x="1307547" y="22692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35BAA0-7F42-475F-836A-A29723E6012C}">
      <dsp:nvSpPr>
        <dsp:cNvPr id="0" name=""/>
        <dsp:cNvSpPr/>
      </dsp:nvSpPr>
      <dsp:spPr>
        <a:xfrm>
          <a:off x="5192400" y="540772"/>
          <a:ext cx="91440" cy="2269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92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EA0E42-C938-42A0-B8B6-860D21DFAFAF}">
      <dsp:nvSpPr>
        <dsp:cNvPr id="0" name=""/>
        <dsp:cNvSpPr/>
      </dsp:nvSpPr>
      <dsp:spPr>
        <a:xfrm>
          <a:off x="3930572" y="540772"/>
          <a:ext cx="1307547" cy="226929"/>
        </a:xfrm>
        <a:custGeom>
          <a:avLst/>
          <a:gdLst/>
          <a:ahLst/>
          <a:cxnLst/>
          <a:rect l="0" t="0" r="0" b="0"/>
          <a:pathLst>
            <a:path>
              <a:moveTo>
                <a:pt x="1307547" y="0"/>
              </a:moveTo>
              <a:lnTo>
                <a:pt x="1307547" y="113464"/>
              </a:lnTo>
              <a:lnTo>
                <a:pt x="0" y="113464"/>
              </a:lnTo>
              <a:lnTo>
                <a:pt x="0" y="22692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A1F748-371E-4FA5-BB1B-8E8B9AD99746}">
      <dsp:nvSpPr>
        <dsp:cNvPr id="0" name=""/>
        <dsp:cNvSpPr/>
      </dsp:nvSpPr>
      <dsp:spPr>
        <a:xfrm>
          <a:off x="4697811" y="463"/>
          <a:ext cx="1080618" cy="5403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Total Car Issued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 dirty="0"/>
            <a:t>892</a:t>
          </a:r>
          <a:endParaRPr lang="en-IN" sz="1200" kern="1200" dirty="0"/>
        </a:p>
      </dsp:txBody>
      <dsp:txXfrm>
        <a:off x="4697811" y="463"/>
        <a:ext cx="1080618" cy="540309"/>
      </dsp:txXfrm>
    </dsp:sp>
    <dsp:sp modelId="{42EB537D-9C62-4C68-BE04-6B36BCC6FD2D}">
      <dsp:nvSpPr>
        <dsp:cNvPr id="0" name=""/>
        <dsp:cNvSpPr/>
      </dsp:nvSpPr>
      <dsp:spPr>
        <a:xfrm>
          <a:off x="3390263" y="767701"/>
          <a:ext cx="1080618" cy="54030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Classic</a:t>
          </a:r>
          <a:br>
            <a:rPr lang="en-US" sz="1200" kern="1200" dirty="0"/>
          </a:br>
          <a:r>
            <a:rPr lang="en-US" sz="1200" kern="1200" dirty="0"/>
            <a:t>659</a:t>
          </a:r>
          <a:endParaRPr lang="en-IN" sz="1200" kern="1200" dirty="0"/>
        </a:p>
      </dsp:txBody>
      <dsp:txXfrm>
        <a:off x="3390263" y="767701"/>
        <a:ext cx="1080618" cy="540309"/>
      </dsp:txXfrm>
    </dsp:sp>
    <dsp:sp modelId="{32B8C780-B99A-47B2-9617-FF57AA11B56B}">
      <dsp:nvSpPr>
        <dsp:cNvPr id="0" name=""/>
        <dsp:cNvSpPr/>
      </dsp:nvSpPr>
      <dsp:spPr>
        <a:xfrm>
          <a:off x="4697811" y="767701"/>
          <a:ext cx="1080618" cy="54030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Junior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145</a:t>
          </a:r>
        </a:p>
      </dsp:txBody>
      <dsp:txXfrm>
        <a:off x="4697811" y="767701"/>
        <a:ext cx="1080618" cy="540309"/>
      </dsp:txXfrm>
    </dsp:sp>
    <dsp:sp modelId="{66EC3440-2713-48AF-851A-E4F1AB893434}">
      <dsp:nvSpPr>
        <dsp:cNvPr id="0" name=""/>
        <dsp:cNvSpPr/>
      </dsp:nvSpPr>
      <dsp:spPr>
        <a:xfrm>
          <a:off x="6005359" y="767701"/>
          <a:ext cx="1080618" cy="54030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Gold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88</a:t>
          </a:r>
        </a:p>
      </dsp:txBody>
      <dsp:txXfrm>
        <a:off x="6005359" y="767701"/>
        <a:ext cx="1080618" cy="5403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20:06:28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24362,'20'948'0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7T20:07:48.24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0,'21426'0,"-21412"0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20:14:14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22009,'6109'0'0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813B3-6425-4A6D-806E-021B84DD5758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93CE8-3B10-43B2-8860-AFD8154600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5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843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93CE8-3B10-43B2-8860-AFD8154600F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489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93CE8-3B10-43B2-8860-AFD8154600F8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196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93CE8-3B10-43B2-8860-AFD8154600F8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385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etrix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F306997-3B2B-2B65-053F-A3D89D2F2DA0}"/>
              </a:ext>
            </a:extLst>
          </p:cNvPr>
          <p:cNvSpPr/>
          <p:nvPr userDrawn="1"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D558F-750C-7F7A-EF36-7477B28E66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636" b="425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13BBF-8BF9-58E8-2D48-8C25E8436E1D}"/>
              </a:ext>
            </a:extLst>
          </p:cNvPr>
          <p:cNvSpPr/>
          <p:nvPr userDrawn="1"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2" name="Google Shape;37;p60">
            <a:extLst>
              <a:ext uri="{FF2B5EF4-FFF2-40B4-BE49-F238E27FC236}">
                <a16:creationId xmlns:a16="http://schemas.microsoft.com/office/drawing/2014/main" id="{E6481E89-02DE-7518-CF7A-DC982067B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836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DF37ADA-1D1E-F64E-723D-3F6E9A120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1362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3200">
                <a:latin typeface="Raleway" pitchFamily="2" charset="0"/>
                <a:ea typeface="Raleway" pitchFamily="2" charset="0"/>
                <a:cs typeface="Raleway" pitchFamily="2" charset="0"/>
                <a:sym typeface="PT Sans Narrow"/>
              </a:defRPr>
            </a:lvl1pPr>
          </a:lstStyle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176E-C771-72C8-F8E5-906AAEAB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8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 dirty="0"/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1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0DA-C8F6-4DCB-07B4-8474A714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ABE9-772D-629A-0846-B8D8655E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5;p7">
            <a:extLst>
              <a:ext uri="{FF2B5EF4-FFF2-40B4-BE49-F238E27FC236}">
                <a16:creationId xmlns:a16="http://schemas.microsoft.com/office/drawing/2014/main" id="{2DDA5E8B-7438-C891-2771-F57700CCD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10E01B-527E-6CF6-D575-6D430AD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8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838200" y="2023409"/>
            <a:ext cx="10515600" cy="395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45;p7">
            <a:extLst>
              <a:ext uri="{FF2B5EF4-FFF2-40B4-BE49-F238E27FC236}">
                <a16:creationId xmlns:a16="http://schemas.microsoft.com/office/drawing/2014/main" id="{EB44CB0A-F4B1-A402-3759-2C3528AB8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6617F3-2402-6614-1A74-28C7B4C5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584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96A-68C9-7523-8C07-666BD0E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aleway" pitchFamily="2" charset="0"/>
              </a:defRPr>
            </a:lvl2pPr>
            <a:lvl3pPr>
              <a:defRPr>
                <a:latin typeface="Raleway" pitchFamily="2" charset="0"/>
              </a:defRPr>
            </a:lvl3pPr>
            <a:lvl4pPr>
              <a:defRPr>
                <a:latin typeface="Raleway" pitchFamily="2" charset="0"/>
              </a:defRPr>
            </a:lvl4pPr>
            <a:lvl5pPr>
              <a:defRPr>
                <a:latin typeface="Raleway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B1567C0-4287-5016-773D-60FC6944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CBDA10-C463-8A5E-0969-8CFE1D3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8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userDrawn="1">
  <p:cSld name="Title and two columns 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" name="Google Shape;45;p7">
            <a:extLst>
              <a:ext uri="{FF2B5EF4-FFF2-40B4-BE49-F238E27FC236}">
                <a16:creationId xmlns:a16="http://schemas.microsoft.com/office/drawing/2014/main" id="{D0B48D13-027A-4AFE-4CD9-AAE135E2B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32BB4C-0FFD-F107-637F-62075DD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EF22A34-8630-7179-6BE7-3A5ED21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8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564256A3-4B60-B37C-3C15-AB3FE9B6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24C27D-E9CF-52B2-895E-3ABEC7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2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3060A7-945A-2E96-761C-7E7F8D3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37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>
            <a:spLocks noGrp="1"/>
          </p:cNvSpPr>
          <p:nvPr>
            <p:ph type="subTitle" idx="1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68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60264-9161-EFBA-B8DA-5E7DB3E50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10E13-56B8-FBB4-4CF8-8F1B605CF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A7C60-38A8-D010-2310-3BBF0B2AD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E49C2-B1CC-EA7C-B2CB-C364ECF8B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B8A93-8106-78A8-DB5E-842706EE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88290659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C67C6-02D0-F9E2-6192-4C8578843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C556C-A07C-3F5E-D499-9BDEDAC53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4E23F-5D26-1928-933F-65BF7B428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CF35A-3E72-E3D4-2624-9E27F9B0A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0AFDC-F3E6-A937-4531-11354531E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6569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DBD84-B7E9-CB69-D527-A7B6A19B9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54B59-EACF-9048-B009-044AD388F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608CB-1D7D-17DA-B7B9-BC2B008AE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0C0DB-9EE7-DB64-A2EA-0F7A34437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DFE0B-E343-F46B-96DF-507A188B2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82278254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3E206-772A-0A31-6B81-FE97A106A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D7F1B-8015-956E-A5F4-24217F471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FB50C-B075-4E7B-B8FD-D1ECB7A88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6DB42-E572-B388-EAA0-0D6921B1A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F97A3-6100-7CC7-3A7C-ECE761D4B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53613-DC82-30EB-1269-9854A519E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7193854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75159-5C07-C385-5925-63B16229B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07115-072D-6C52-03D6-8E8B88F95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A4605-997D-D580-D51B-F38885687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922711-1FB9-5435-9909-AA7CD40BC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B4EF0D-5FBC-147B-BE99-A2F9B42357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FD2DC3-57B9-6882-287F-45EA21E4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678514-B695-7923-27D0-B40DD54F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576515-0B02-A023-0BAF-D378E717D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92056540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05AA-A56F-E865-CB33-D289B9E7D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F166D-E2AE-3829-E33D-6FC305D62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65B92-7913-3366-FA51-3F76D7787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E29814-011D-9882-3FDA-9C1A42128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9228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C10F44-29B3-2893-AE87-7AB5E576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F2299-F772-E4BC-51A3-735429C75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857C6-17E7-7313-1683-DB08DB20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7100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F639C-2609-32EF-FC52-59B6905F5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F44AB-B4DC-003A-790C-6C1EB442A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73109-EEA6-606B-57D9-9BA29C838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762A7-5345-1611-B6C1-480701F55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87A26-DACE-E36D-800D-2FFDD8645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976AB-F658-B79B-7BA7-F31FCE06F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531465725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5CC7C-8600-9666-168A-EDFB2CA60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C5F0AB-A450-5914-4ECF-AC3D7C12B0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CFE23-CBAF-2E34-02EA-6686E456E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7329B-73E6-D2D2-E190-57A83CF70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86377-AE8F-83F0-C76A-E4466578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31016-8BE5-22DA-9845-F29F610FE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152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29C36-0BDA-D7F6-21F4-5AED9D8EB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E65B1-1BB1-F988-086F-A82E684E8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D3DDB-3A7F-5AC5-70B4-48D24B1D7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30D9C-3329-5E83-4734-41A87B416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5E7C7-57BB-82D3-F425-A35082CC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570402749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0D222B-D4B7-CE58-692F-CB0F99031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7E6C9-3E3B-648F-64FA-754D07A1A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3CC60-BF5E-BE72-8702-4B3FBA601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469D2-AB39-43FA-5C81-0345D1174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ED513-1F23-5935-C074-B1F8473E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468027730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 dirty="0"/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3438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60264-9161-EFBA-B8DA-5E7DB3E50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10E13-56B8-FBB4-4CF8-8F1B605CF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A7C60-38A8-D010-2310-3BBF0B2AD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E49C2-B1CC-EA7C-B2CB-C364ECF8B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B8A93-8106-78A8-DB5E-842706EE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774141645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C67C6-02D0-F9E2-6192-4C8578843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C556C-A07C-3F5E-D499-9BDEDAC53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4E23F-5D26-1928-933F-65BF7B428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CF35A-3E72-E3D4-2624-9E27F9B0A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0AFDC-F3E6-A937-4531-11354531E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3742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DBD84-B7E9-CB69-D527-A7B6A19B9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54B59-EACF-9048-B009-044AD388F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608CB-1D7D-17DA-B7B9-BC2B008AE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0C0DB-9EE7-DB64-A2EA-0F7A34437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DFE0B-E343-F46B-96DF-507A188B2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449893305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3E206-772A-0A31-6B81-FE97A106A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D7F1B-8015-956E-A5F4-24217F471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FB50C-B075-4E7B-B8FD-D1ECB7A88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6DB42-E572-B388-EAA0-0D6921B1A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F97A3-6100-7CC7-3A7C-ECE761D4B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53613-DC82-30EB-1269-9854A519E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507770041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75159-5C07-C385-5925-63B16229B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07115-072D-6C52-03D6-8E8B88F95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A4605-997D-D580-D51B-F38885687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922711-1FB9-5435-9909-AA7CD40BC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B4EF0D-5FBC-147B-BE99-A2F9B42357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FD2DC3-57B9-6882-287F-45EA21E4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678514-B695-7923-27D0-B40DD54F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576515-0B02-A023-0BAF-D378E717D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906046308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05AA-A56F-E865-CB33-D289B9E7D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F166D-E2AE-3829-E33D-6FC305D62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65B92-7913-3366-FA51-3F76D7787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E29814-011D-9882-3FDA-9C1A42128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2060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C10F44-29B3-2893-AE87-7AB5E576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F2299-F772-E4BC-51A3-735429C75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857C6-17E7-7313-1683-DB08DB20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4566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F639C-2609-32EF-FC52-59B6905F5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F44AB-B4DC-003A-790C-6C1EB442A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73109-EEA6-606B-57D9-9BA29C838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762A7-5345-1611-B6C1-480701F55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87A26-DACE-E36D-800D-2FFDD8645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976AB-F658-B79B-7BA7-F31FCE06F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032342976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5CC7C-8600-9666-168A-EDFB2CA60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C5F0AB-A450-5914-4ECF-AC3D7C12B0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CFE23-CBAF-2E34-02EA-6686E456E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7329B-73E6-D2D2-E190-57A83CF70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86377-AE8F-83F0-C76A-E4466578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31016-8BE5-22DA-9845-F29F610FE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38384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29C36-0BDA-D7F6-21F4-5AED9D8EB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E65B1-1BB1-F988-086F-A82E684E8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D3DDB-3A7F-5AC5-70B4-48D24B1D7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30D9C-3329-5E83-4734-41A87B416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5E7C7-57BB-82D3-F425-A35082CC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16504370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0D222B-D4B7-CE58-692F-CB0F99031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7E6C9-3E3B-648F-64FA-754D07A1A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3CC60-BF5E-BE72-8702-4B3FBA601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469D2-AB39-43FA-5C81-0345D1174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ED513-1F23-5935-C074-B1F8473E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549305760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 dirty="0"/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292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73FB6-F6A4-C682-F4CD-14CE8176A144}"/>
              </a:ext>
            </a:extLst>
          </p:cNvPr>
          <p:cNvSpPr/>
          <p:nvPr userDrawn="1"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94567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333" b="0" i="0" u="none" strike="noStrike" cap="none">
          <a:solidFill>
            <a:schemeClr val="tx1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100BAF-3548-25A8-7186-D8DD5BDD9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86259-CF34-FC24-4855-42E08AD6F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D99E8-1668-E26F-26A8-2EE78E6E2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8A7A2-FCE3-CBF7-0A15-3772FD56A6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C4312-8620-FD94-6CCB-92E6D80AE5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B744B7-C261-C694-D646-D5432B19FEC1}"/>
              </a:ext>
            </a:extLst>
          </p:cNvPr>
          <p:cNvSpPr/>
          <p:nvPr userDrawn="1"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58811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100BAF-3548-25A8-7186-D8DD5BDD9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86259-CF34-FC24-4855-42E08AD6F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D99E8-1668-E26F-26A8-2EE78E6E2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4673B-8DC0-4DE0-8FAB-64771D3DE2A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8A7A2-FCE3-CBF7-0A15-3772FD56A6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C4312-8620-FD94-6CCB-92E6D80AE5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550D4B-0C8D-DDCD-2972-B72C41A0C1BC}"/>
              </a:ext>
            </a:extLst>
          </p:cNvPr>
          <p:cNvSpPr/>
          <p:nvPr userDrawn="1"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43953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8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1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CF642-B155-3EAA-0E23-97793C0E3936}"/>
              </a:ext>
            </a:extLst>
          </p:cNvPr>
          <p:cNvSpPr txBox="1"/>
          <p:nvPr/>
        </p:nvSpPr>
        <p:spPr>
          <a:xfrm>
            <a:off x="6300218" y="1347837"/>
            <a:ext cx="5884333" cy="50892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IN" sz="2667" b="1" u="sng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Project Title</a:t>
            </a:r>
          </a:p>
          <a:p>
            <a:pPr algn="ctr" defTabSz="1219170">
              <a:buClr>
                <a:srgbClr val="000000"/>
              </a:buClr>
            </a:pPr>
            <a:r>
              <a:rPr lang="en-IN" sz="265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</a:rPr>
              <a:t>Banking Analytics Solution for Czechoslovakia Bank</a:t>
            </a: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65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Name: Aakash kumar</a:t>
            </a:r>
            <a:endParaRPr lang="en-IN" sz="2650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65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Date: 20-06-26</a:t>
            </a:r>
            <a:endParaRPr lang="en-IN" sz="2650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134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08BD93-7F15-AB5A-4AF0-A96BBB908092}"/>
              </a:ext>
            </a:extLst>
          </p:cNvPr>
          <p:cNvSpPr txBox="1"/>
          <p:nvPr/>
        </p:nvSpPr>
        <p:spPr>
          <a:xfrm>
            <a:off x="440366" y="3589725"/>
            <a:ext cx="11304106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cs typeface="Arial"/>
              </a:rPr>
              <a:t>Business problems:</a:t>
            </a:r>
          </a:p>
          <a:p>
            <a:pPr marL="342900" indent="-342900">
              <a:buFont typeface="Wingdings"/>
              <a:buChar char="§"/>
            </a:pPr>
            <a:r>
              <a:rPr lang="en-IN" sz="2000" dirty="0"/>
              <a:t>The bank has accumulated five years of customer, account, transaction, loan, card and regional demographic data. However, management lacks a centralized analytical framework to monitor business performance, customer </a:t>
            </a:r>
            <a:r>
              <a:rPr lang="en-IN" sz="2000" dirty="0" err="1"/>
              <a:t>behavior</a:t>
            </a:r>
            <a:r>
              <a:rPr lang="en-IN" sz="2000" dirty="0"/>
              <a:t>, profitability, loan exposure and regional opportunities.</a:t>
            </a:r>
            <a:endParaRPr lang="en-US" sz="2000" dirty="0"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B52D05-C2C8-6C59-B871-F06D663360DB}"/>
              </a:ext>
            </a:extLst>
          </p:cNvPr>
          <p:cNvSpPr txBox="1"/>
          <p:nvPr/>
        </p:nvSpPr>
        <p:spPr>
          <a:xfrm>
            <a:off x="440366" y="1771282"/>
            <a:ext cx="11751633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Project Scope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~1 Million Records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8 Tables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5 Years of Banking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End-to-End Analytics Solution</a:t>
            </a:r>
            <a:endParaRPr lang="en-IN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A59382-5EDF-325C-4089-1537EFB556C4}"/>
              </a:ext>
            </a:extLst>
          </p:cNvPr>
          <p:cNvSpPr txBox="1"/>
          <p:nvPr/>
        </p:nvSpPr>
        <p:spPr>
          <a:xfrm>
            <a:off x="440368" y="1183945"/>
            <a:ext cx="117516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Banking Analytics Solution for Czechoslovakia Bank</a:t>
            </a:r>
            <a:endParaRPr lang="en-US" sz="2000" dirty="0">
              <a:cs typeface="Arial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83C3DD25-A2BB-C33F-3678-3ECBF0024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</p:spPr>
        <p:txBody>
          <a:bodyPr/>
          <a:lstStyle/>
          <a:p>
            <a:r>
              <a:rPr lang="en-US" sz="3200" dirty="0">
                <a:cs typeface="Arial"/>
              </a:rPr>
              <a:t>Project Overview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798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377E0D-5B99-C360-DF6A-149FB3164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cs typeface="Arial"/>
              </a:rPr>
              <a:t>Business Context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CABFCF-54A9-5550-17D8-5C03AAF25898}"/>
              </a:ext>
            </a:extLst>
          </p:cNvPr>
          <p:cNvSpPr txBox="1"/>
          <p:nvPr/>
        </p:nvSpPr>
        <p:spPr>
          <a:xfrm>
            <a:off x="542346" y="1349635"/>
            <a:ext cx="2923098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Customer Visibility</a:t>
            </a:r>
            <a:endParaRPr lang="en-IN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E53F2F-48B9-466D-A981-CCBC8A03F455}"/>
              </a:ext>
            </a:extLst>
          </p:cNvPr>
          <p:cNvSpPr txBox="1"/>
          <p:nvPr/>
        </p:nvSpPr>
        <p:spPr>
          <a:xfrm>
            <a:off x="542346" y="1718967"/>
            <a:ext cx="2923098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Limited visibility into customer demographics and </a:t>
            </a:r>
            <a:r>
              <a:rPr lang="en-IN" sz="2000" dirty="0" err="1"/>
              <a:t>behavior</a:t>
            </a:r>
            <a:r>
              <a:rPr lang="en-IN" sz="20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19C679-04C5-D04A-56C3-A0309238ED4F}"/>
              </a:ext>
            </a:extLst>
          </p:cNvPr>
          <p:cNvSpPr txBox="1"/>
          <p:nvPr/>
        </p:nvSpPr>
        <p:spPr>
          <a:xfrm>
            <a:off x="4392097" y="1349635"/>
            <a:ext cx="3320667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Profitability Measurement</a:t>
            </a:r>
            <a:endParaRPr lang="en-IN" sz="2000" b="1" cap="al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60F79C-4A17-7BC2-2914-95B1B00F02FA}"/>
              </a:ext>
            </a:extLst>
          </p:cNvPr>
          <p:cNvSpPr txBox="1"/>
          <p:nvPr/>
        </p:nvSpPr>
        <p:spPr>
          <a:xfrm>
            <a:off x="4392097" y="1718967"/>
            <a:ext cx="3320667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Difficulty measuring profitability.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31BB32-4EDE-E49C-85BC-9468579CC52E}"/>
              </a:ext>
            </a:extLst>
          </p:cNvPr>
          <p:cNvSpPr txBox="1"/>
          <p:nvPr/>
        </p:nvSpPr>
        <p:spPr>
          <a:xfrm>
            <a:off x="8241850" y="1349635"/>
            <a:ext cx="2923098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Transaction Insights</a:t>
            </a:r>
            <a:endParaRPr lang="en-IN" sz="2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EA032C-1F0F-EE4F-B6E4-6C7842E4FEF7}"/>
              </a:ext>
            </a:extLst>
          </p:cNvPr>
          <p:cNvSpPr txBox="1"/>
          <p:nvPr/>
        </p:nvSpPr>
        <p:spPr>
          <a:xfrm>
            <a:off x="8241850" y="1718967"/>
            <a:ext cx="2923098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</a:t>
            </a:r>
            <a:r>
              <a:rPr lang="en-IN" sz="2000" dirty="0"/>
              <a:t>ack of transaction pattern analysis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376465-0197-6DD2-481F-4A58AE8418A9}"/>
              </a:ext>
            </a:extLst>
          </p:cNvPr>
          <p:cNvSpPr txBox="1"/>
          <p:nvPr/>
        </p:nvSpPr>
        <p:spPr>
          <a:xfrm>
            <a:off x="542346" y="3134032"/>
            <a:ext cx="2923098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Loan Portfolio Risk</a:t>
            </a:r>
            <a:endParaRPr lang="en-IN" sz="2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1BFC7E-1C04-05A3-C55D-038263CEB9CB}"/>
              </a:ext>
            </a:extLst>
          </p:cNvPr>
          <p:cNvSpPr txBox="1"/>
          <p:nvPr/>
        </p:nvSpPr>
        <p:spPr>
          <a:xfrm>
            <a:off x="542346" y="3503364"/>
            <a:ext cx="2923098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Limited loan risk monitoring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779645-03CB-DD0F-89C7-22FE8536F56B}"/>
              </a:ext>
            </a:extLst>
          </p:cNvPr>
          <p:cNvSpPr txBox="1"/>
          <p:nvPr/>
        </p:nvSpPr>
        <p:spPr>
          <a:xfrm>
            <a:off x="4392098" y="3134032"/>
            <a:ext cx="2923098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Cross-Sell/Upsell</a:t>
            </a:r>
            <a:endParaRPr lang="en-IN" sz="20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BD7EE5-6609-8799-9A8B-087FD69D6AFC}"/>
              </a:ext>
            </a:extLst>
          </p:cNvPr>
          <p:cNvSpPr txBox="1"/>
          <p:nvPr/>
        </p:nvSpPr>
        <p:spPr>
          <a:xfrm>
            <a:off x="4392098" y="3503364"/>
            <a:ext cx="2923098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Difficulty identifying product opportunities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112000-2A88-0DF7-7B3B-E9924C06E101}"/>
              </a:ext>
            </a:extLst>
          </p:cNvPr>
          <p:cNvSpPr txBox="1"/>
          <p:nvPr/>
        </p:nvSpPr>
        <p:spPr>
          <a:xfrm>
            <a:off x="8241850" y="3134032"/>
            <a:ext cx="2923098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Regional Opportunities</a:t>
            </a:r>
            <a:endParaRPr lang="en-IN" sz="20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801D98-7F23-216C-4D12-EC9AD1350CB9}"/>
              </a:ext>
            </a:extLst>
          </p:cNvPr>
          <p:cNvSpPr txBox="1"/>
          <p:nvPr/>
        </p:nvSpPr>
        <p:spPr>
          <a:xfrm>
            <a:off x="8241850" y="3503364"/>
            <a:ext cx="2923098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Limited district-level insights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B5A32D-87E2-B60A-5F5C-D92D6BDAF712}"/>
              </a:ext>
            </a:extLst>
          </p:cNvPr>
          <p:cNvSpPr txBox="1"/>
          <p:nvPr/>
        </p:nvSpPr>
        <p:spPr>
          <a:xfrm>
            <a:off x="542346" y="4895094"/>
            <a:ext cx="2923098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Customer Retention</a:t>
            </a:r>
            <a:endParaRPr lang="en-IN" sz="2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9254B1-3FF8-ED91-2CDF-186EA2108646}"/>
              </a:ext>
            </a:extLst>
          </p:cNvPr>
          <p:cNvSpPr txBox="1"/>
          <p:nvPr/>
        </p:nvSpPr>
        <p:spPr>
          <a:xfrm>
            <a:off x="542346" y="5264426"/>
            <a:ext cx="2923098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Need for churn reduction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2190495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63C08D0A-439A-EA61-B1E5-5F3A140D5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</p:spPr>
        <p:txBody>
          <a:bodyPr/>
          <a:lstStyle/>
          <a:p>
            <a:r>
              <a:rPr lang="en-US" sz="3200" dirty="0">
                <a:cs typeface="Arial"/>
              </a:rPr>
              <a:t>Business Objectives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ED7E6D4-EEAE-07C0-AF06-ED71AB85A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136806"/>
              </p:ext>
            </p:extLst>
          </p:nvPr>
        </p:nvGraphicFramePr>
        <p:xfrm>
          <a:off x="532121" y="1193312"/>
          <a:ext cx="10675200" cy="478341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337600">
                  <a:extLst>
                    <a:ext uri="{9D8B030D-6E8A-4147-A177-3AD203B41FA5}">
                      <a16:colId xmlns:a16="http://schemas.microsoft.com/office/drawing/2014/main" val="3148453499"/>
                    </a:ext>
                  </a:extLst>
                </a:gridCol>
                <a:gridCol w="5337600">
                  <a:extLst>
                    <a:ext uri="{9D8B030D-6E8A-4147-A177-3AD203B41FA5}">
                      <a16:colId xmlns:a16="http://schemas.microsoft.com/office/drawing/2014/main" val="4078941026"/>
                    </a:ext>
                  </a:extLst>
                </a:gridCol>
              </a:tblGrid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Objective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Purpose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171936"/>
                  </a:ext>
                </a:extLst>
              </a:tr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Customer Analytics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Demographics &amp; Segmentation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537771"/>
                  </a:ext>
                </a:extLst>
              </a:tr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Financial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Revenue &amp; Profitability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15765"/>
                  </a:ext>
                </a:extLst>
              </a:tr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Product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Product Adoption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963229"/>
                  </a:ext>
                </a:extLst>
              </a:tr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Loan Portfolio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Risk &amp; Growth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309068"/>
                  </a:ext>
                </a:extLst>
              </a:tr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Operational Efficiency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Cost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186449"/>
                  </a:ext>
                </a:extLst>
              </a:tr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Regional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District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51756"/>
                  </a:ext>
                </a:extLst>
              </a:tr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Customer Experience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Churn &amp; Engagement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730312"/>
                  </a:ext>
                </a:extLst>
              </a:tr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Strategic Growth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Expansion Opportunities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64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9800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2639B2B-700F-ED64-D8D4-71A35057E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510171"/>
              </p:ext>
            </p:extLst>
          </p:nvPr>
        </p:nvGraphicFramePr>
        <p:xfrm>
          <a:off x="532121" y="1193312"/>
          <a:ext cx="10546276" cy="405463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273138">
                  <a:extLst>
                    <a:ext uri="{9D8B030D-6E8A-4147-A177-3AD203B41FA5}">
                      <a16:colId xmlns:a16="http://schemas.microsoft.com/office/drawing/2014/main" val="3148453499"/>
                    </a:ext>
                  </a:extLst>
                </a:gridCol>
                <a:gridCol w="5273138">
                  <a:extLst>
                    <a:ext uri="{9D8B030D-6E8A-4147-A177-3AD203B41FA5}">
                      <a16:colId xmlns:a16="http://schemas.microsoft.com/office/drawing/2014/main" val="4078941026"/>
                    </a:ext>
                  </a:extLst>
                </a:gridCol>
              </a:tblGrid>
              <a:tr h="675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Tool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Usage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171936"/>
                  </a:ext>
                </a:extLst>
              </a:tr>
              <a:tr h="675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latin typeface="+mj-lt"/>
                        </a:rPr>
                        <a:t>SQL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validation, Quality checks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537771"/>
                  </a:ext>
                </a:extLst>
              </a:tr>
              <a:tr h="675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Pandas, NumPy, Matplotlib, Seaborn, Plotly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15765"/>
                  </a:ext>
                </a:extLst>
              </a:tr>
              <a:tr h="675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latin typeface="+mj-lt"/>
                        </a:rPr>
                        <a:t>Power BI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Modelling, DAX, dashboards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963229"/>
                  </a:ext>
                </a:extLst>
              </a:tr>
              <a:tr h="675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rgbClr val="0F172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Power BI Service </a:t>
                      </a:r>
                      <a:endParaRPr lang="en-IN" sz="2000" b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Publishing, refresh, cloud deploy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251593"/>
                  </a:ext>
                </a:extLst>
              </a:tr>
              <a:tr h="675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PowerPoint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Executive storytelling &amp; insights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186449"/>
                  </a:ext>
                </a:extLst>
              </a:tr>
            </a:tbl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B8EBC2E3-E173-DF32-3F62-D3BEE766C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2444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2B03FA4-2846-2F58-F6A2-CBC2D4CB2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290354"/>
              </p:ext>
            </p:extLst>
          </p:nvPr>
        </p:nvGraphicFramePr>
        <p:xfrm>
          <a:off x="532120" y="1193312"/>
          <a:ext cx="10546278" cy="493776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273139">
                  <a:extLst>
                    <a:ext uri="{9D8B030D-6E8A-4147-A177-3AD203B41FA5}">
                      <a16:colId xmlns:a16="http://schemas.microsoft.com/office/drawing/2014/main" val="3148453499"/>
                    </a:ext>
                  </a:extLst>
                </a:gridCol>
                <a:gridCol w="5273139">
                  <a:extLst>
                    <a:ext uri="{9D8B030D-6E8A-4147-A177-3AD203B41FA5}">
                      <a16:colId xmlns:a16="http://schemas.microsoft.com/office/drawing/2014/main" val="4078941026"/>
                    </a:ext>
                  </a:extLst>
                </a:gridCol>
              </a:tblGrid>
              <a:tr h="54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Table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Type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171936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Account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Dimension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537771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Client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Dimension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15765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Disposition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Dimension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963229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Dimension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309068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District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Dimension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186449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Transaction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Fact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51756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Loan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Fact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601519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Fact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48429"/>
                  </a:ext>
                </a:extLst>
              </a:tr>
            </a:tbl>
          </a:graphicData>
        </a:graphic>
      </p:graphicFrame>
      <p:sp>
        <p:nvSpPr>
          <p:cNvPr id="7" name="Title 9">
            <a:extLst>
              <a:ext uri="{FF2B5EF4-FFF2-40B4-BE49-F238E27FC236}">
                <a16:creationId xmlns:a16="http://schemas.microsoft.com/office/drawing/2014/main" id="{35847D1D-2F08-0C7F-701F-D3C4F4CD5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</p:spPr>
        <p:txBody>
          <a:bodyPr/>
          <a:lstStyle/>
          <a:p>
            <a:r>
              <a:rPr lang="en-US" dirty="0"/>
              <a:t>Available Data Sources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3826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9">
            <a:extLst>
              <a:ext uri="{FF2B5EF4-FFF2-40B4-BE49-F238E27FC236}">
                <a16:creationId xmlns:a16="http://schemas.microsoft.com/office/drawing/2014/main" id="{56E35199-C083-B3A8-CB05-9275DB1C8D88}"/>
              </a:ext>
            </a:extLst>
          </p:cNvPr>
          <p:cNvSpPr txBox="1">
            <a:spLocks/>
          </p:cNvSpPr>
          <p:nvPr/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US" kern="0" dirty="0"/>
              <a:t>Data Dictionary</a:t>
            </a:r>
            <a:endParaRPr lang="en-IN" kern="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628EEBA-14BD-858A-A927-2A37A4A0F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346049"/>
              </p:ext>
            </p:extLst>
          </p:nvPr>
        </p:nvGraphicFramePr>
        <p:xfrm>
          <a:off x="517881" y="1311965"/>
          <a:ext cx="11356065" cy="489487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96254">
                  <a:extLst>
                    <a:ext uri="{9D8B030D-6E8A-4147-A177-3AD203B41FA5}">
                      <a16:colId xmlns:a16="http://schemas.microsoft.com/office/drawing/2014/main" val="314697688"/>
                    </a:ext>
                  </a:extLst>
                </a:gridCol>
                <a:gridCol w="4941191">
                  <a:extLst>
                    <a:ext uri="{9D8B030D-6E8A-4147-A177-3AD203B41FA5}">
                      <a16:colId xmlns:a16="http://schemas.microsoft.com/office/drawing/2014/main" val="919919464"/>
                    </a:ext>
                  </a:extLst>
                </a:gridCol>
                <a:gridCol w="4718620">
                  <a:extLst>
                    <a:ext uri="{9D8B030D-6E8A-4147-A177-3AD203B41FA5}">
                      <a16:colId xmlns:a16="http://schemas.microsoft.com/office/drawing/2014/main" val="270134629"/>
                    </a:ext>
                  </a:extLst>
                </a:gridCol>
              </a:tblGrid>
              <a:tr h="539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Table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Purpose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Primary/Foreign Keys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01654"/>
                  </a:ext>
                </a:extLst>
              </a:tr>
              <a:tr h="588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Central banking account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account_id</a:t>
                      </a:r>
                      <a:r>
                        <a:rPr lang="en-IN" dirty="0"/>
                        <a:t> (PK), </a:t>
                      </a:r>
                      <a:r>
                        <a:rPr lang="en-IN" dirty="0" err="1"/>
                        <a:t>district_id</a:t>
                      </a:r>
                      <a:r>
                        <a:rPr lang="en-IN" dirty="0"/>
                        <a:t> (FK)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9017932"/>
                  </a:ext>
                </a:extLst>
              </a:tr>
              <a:tr h="588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demographic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client_id (PK), district_id (FK)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712787"/>
                  </a:ext>
                </a:extLst>
              </a:tr>
              <a:tr h="615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Links customers to accounts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disp_id</a:t>
                      </a:r>
                      <a:r>
                        <a:rPr lang="en-IN" dirty="0"/>
                        <a:t> (PK), </a:t>
                      </a:r>
                      <a:r>
                        <a:rPr lang="en-IN" dirty="0" err="1"/>
                        <a:t>client_id</a:t>
                      </a:r>
                      <a:r>
                        <a:rPr lang="en-IN" dirty="0"/>
                        <a:t> (FK), </a:t>
                      </a:r>
                      <a:r>
                        <a:rPr lang="en-IN" dirty="0" err="1"/>
                        <a:t>account_id</a:t>
                      </a:r>
                      <a:r>
                        <a:rPr lang="en-IN" dirty="0"/>
                        <a:t> (FK)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093213"/>
                  </a:ext>
                </a:extLst>
              </a:tr>
              <a:tr h="350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Card product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card_id (PK), disp_id (FK)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201404"/>
                  </a:ext>
                </a:extLst>
              </a:tr>
              <a:tr h="588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financial transactions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trans_id (PK), account_id (FK)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09505"/>
                  </a:ext>
                </a:extLst>
              </a:tr>
              <a:tr h="350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Loan portfolio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loan_id (PK), account_id (FK)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065151"/>
                  </a:ext>
                </a:extLst>
              </a:tr>
              <a:tr h="588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Standing orders &amp; recurring payments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order_id</a:t>
                      </a:r>
                      <a:r>
                        <a:rPr lang="en-IN" dirty="0"/>
                        <a:t> (PK), </a:t>
                      </a:r>
                      <a:r>
                        <a:rPr lang="en-IN" dirty="0" err="1"/>
                        <a:t>account_id</a:t>
                      </a:r>
                      <a:r>
                        <a:rPr lang="en-IN" dirty="0"/>
                        <a:t> (FK)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1524197"/>
                  </a:ext>
                </a:extLst>
              </a:tr>
              <a:tr h="588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District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Regional demographic &amp; economic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district_id</a:t>
                      </a:r>
                      <a:r>
                        <a:rPr lang="en-IN" dirty="0"/>
                        <a:t>/A1 (PK)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859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0112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AE3677-68D1-DF31-6706-B7D20091E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5597" y="1290000"/>
            <a:ext cx="10798203" cy="531030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Account serves as the central entity, connecting customers, transactions, loans, and orders.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Transaction is the largest fact table, containing over 1 million records spanning multiple years.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Disposition acts as a bridge table, establishing the relationship between customers and accounts.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District table enriches customer and account data with demographic and economic indicators such as population, salary, unemployment, and crime rates.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Loan table enables credit risk and portfolio analysis through loan amount, duration, payment, and status information.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Card table supports product performance analysis by tracking card types and issuance details.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Order table captures recurring financial activities, helping </a:t>
            </a:r>
            <a:r>
              <a:rPr lang="en-IN" sz="2000" dirty="0" err="1"/>
              <a:t>analyze</a:t>
            </a:r>
            <a:r>
              <a:rPr lang="en-IN" sz="2000" dirty="0"/>
              <a:t> customer payment </a:t>
            </a:r>
            <a:r>
              <a:rPr lang="en-IN" sz="2000" dirty="0" err="1"/>
              <a:t>behavior</a:t>
            </a:r>
            <a:r>
              <a:rPr lang="en-IN" sz="2000" dirty="0"/>
              <a:t> and operational efficiency.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The data model follows a star/snowflake-like analytical structure, making it suitable for SQL analysis, Power BI dashboards, and predictive </a:t>
            </a:r>
            <a:r>
              <a:rPr lang="en-IN" sz="2000" dirty="0" err="1"/>
              <a:t>modeling</a:t>
            </a:r>
            <a:r>
              <a:rPr lang="en-IN" sz="2000" dirty="0"/>
              <a:t>.</a:t>
            </a:r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602C1D78-AE65-0C99-C7F1-0B023EF59E31}"/>
              </a:ext>
            </a:extLst>
          </p:cNvPr>
          <p:cNvSpPr txBox="1">
            <a:spLocks/>
          </p:cNvSpPr>
          <p:nvPr/>
        </p:nvSpPr>
        <p:spPr>
          <a:xfrm>
            <a:off x="555597" y="15240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Key Observations</a:t>
            </a:r>
            <a:endParaRPr lang="en-IN" kern="0" dirty="0"/>
          </a:p>
        </p:txBody>
      </p:sp>
    </p:spTree>
    <p:extLst>
      <p:ext uri="{BB962C8B-B14F-4D97-AF65-F5344CB8AC3E}">
        <p14:creationId xmlns:p14="http://schemas.microsoft.com/office/powerpoint/2010/main" val="245271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300BFB65-998E-14B4-7F24-E398697CB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</p:spPr>
        <p:txBody>
          <a:bodyPr/>
          <a:lstStyle/>
          <a:p>
            <a:r>
              <a:rPr lang="en-US" dirty="0"/>
              <a:t>ER Diagram</a:t>
            </a:r>
            <a:endParaRPr lang="en-I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F315A33-0559-F19E-EF79-0671BAAFA0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7114569"/>
              </p:ext>
            </p:extLst>
          </p:nvPr>
        </p:nvGraphicFramePr>
        <p:xfrm>
          <a:off x="551543" y="1307495"/>
          <a:ext cx="11001834" cy="479575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22426">
                  <a:extLst>
                    <a:ext uri="{9D8B030D-6E8A-4147-A177-3AD203B41FA5}">
                      <a16:colId xmlns:a16="http://schemas.microsoft.com/office/drawing/2014/main" val="221438852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3633540447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4254956552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1571344694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1278949483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2691356022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3246107476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436780865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507000572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3007482754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3917412882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3082413536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3564963111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1462358026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228392549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1775066931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1727825717"/>
                    </a:ext>
                  </a:extLst>
                </a:gridCol>
              </a:tblGrid>
              <a:tr h="532862"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District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215717"/>
                  </a:ext>
                </a:extLst>
              </a:tr>
              <a:tr h="532862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724655"/>
                  </a:ext>
                </a:extLst>
              </a:tr>
              <a:tr h="532862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b="1" dirty="0"/>
                        <a:t>Account</a:t>
                      </a:r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001069"/>
                  </a:ext>
                </a:extLst>
              </a:tr>
              <a:tr h="532862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904834"/>
                  </a:ext>
                </a:extLst>
              </a:tr>
              <a:tr h="532862">
                <a:tc gridSpan="2">
                  <a:txBody>
                    <a:bodyPr/>
                    <a:lstStyle/>
                    <a:p>
                      <a:r>
                        <a:rPr lang="en-US" b="1" dirty="0"/>
                        <a:t>Transaction</a:t>
                      </a:r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b="1" dirty="0"/>
                        <a:t>Loan</a:t>
                      </a:r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b="1" dirty="0"/>
                        <a:t>Order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Disp</a:t>
                      </a:r>
                      <a:endParaRPr lang="en-US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794750"/>
                  </a:ext>
                </a:extLst>
              </a:tr>
              <a:tr h="532862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969961"/>
                  </a:ext>
                </a:extLst>
              </a:tr>
              <a:tr h="532862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498672"/>
                  </a:ext>
                </a:extLst>
              </a:tr>
              <a:tr h="532862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b="1" dirty="0"/>
                        <a:t>Client</a:t>
                      </a:r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b="1" dirty="0"/>
                        <a:t>Card</a:t>
                      </a:r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878864"/>
                  </a:ext>
                </a:extLst>
              </a:tr>
              <a:tr h="532862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380755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B2C59D4A-B60A-F253-55EB-08AA3F4BE741}"/>
              </a:ext>
            </a:extLst>
          </p:cNvPr>
          <p:cNvSpPr/>
          <p:nvPr/>
        </p:nvSpPr>
        <p:spPr>
          <a:xfrm>
            <a:off x="5366659" y="1307495"/>
            <a:ext cx="1277257" cy="4124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043ADC-3BD8-E0B9-456B-C963121DE98C}"/>
              </a:ext>
            </a:extLst>
          </p:cNvPr>
          <p:cNvSpPr/>
          <p:nvPr/>
        </p:nvSpPr>
        <p:spPr>
          <a:xfrm>
            <a:off x="5366659" y="2388810"/>
            <a:ext cx="1277257" cy="4124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CBBDDB-8E01-9B03-5716-FA2360132EB8}"/>
              </a:ext>
            </a:extLst>
          </p:cNvPr>
          <p:cNvSpPr/>
          <p:nvPr/>
        </p:nvSpPr>
        <p:spPr>
          <a:xfrm>
            <a:off x="551543" y="3429000"/>
            <a:ext cx="1567543" cy="4124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AF157B-EAD3-3F30-1882-042FE729AFDD}"/>
              </a:ext>
            </a:extLst>
          </p:cNvPr>
          <p:cNvSpPr/>
          <p:nvPr/>
        </p:nvSpPr>
        <p:spPr>
          <a:xfrm>
            <a:off x="3236686" y="3429000"/>
            <a:ext cx="1567543" cy="4124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97A208-A5A5-B32B-C136-BC2E10CE0AC2}"/>
              </a:ext>
            </a:extLst>
          </p:cNvPr>
          <p:cNvSpPr/>
          <p:nvPr/>
        </p:nvSpPr>
        <p:spPr>
          <a:xfrm>
            <a:off x="5740797" y="3429000"/>
            <a:ext cx="1567543" cy="4124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84F169-1EE2-6965-67A5-20D3775AEFF3}"/>
              </a:ext>
            </a:extLst>
          </p:cNvPr>
          <p:cNvSpPr/>
          <p:nvPr/>
        </p:nvSpPr>
        <p:spPr>
          <a:xfrm>
            <a:off x="8113882" y="3429000"/>
            <a:ext cx="1567543" cy="4124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12D02E-4C8A-05B6-B5F1-E18CB8B2A780}"/>
              </a:ext>
            </a:extLst>
          </p:cNvPr>
          <p:cNvSpPr/>
          <p:nvPr/>
        </p:nvSpPr>
        <p:spPr>
          <a:xfrm>
            <a:off x="6974511" y="5032828"/>
            <a:ext cx="1567543" cy="4124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978461-3547-F43B-69A7-BA60986B399C}"/>
              </a:ext>
            </a:extLst>
          </p:cNvPr>
          <p:cNvSpPr/>
          <p:nvPr/>
        </p:nvSpPr>
        <p:spPr>
          <a:xfrm>
            <a:off x="9263944" y="5032828"/>
            <a:ext cx="1567543" cy="4124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51BA4A5-E415-D32E-BBBE-A766C9421829}"/>
              </a:ext>
            </a:extLst>
          </p:cNvPr>
          <p:cNvCxnSpPr>
            <a:stCxn id="13" idx="2"/>
          </p:cNvCxnSpPr>
          <p:nvPr/>
        </p:nvCxnSpPr>
        <p:spPr>
          <a:xfrm flipH="1">
            <a:off x="6005287" y="1719943"/>
            <a:ext cx="1" cy="66886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E3DD9ED-BBA0-A146-5E5C-0ED2F952F2F4}"/>
                  </a:ext>
                </a:extLst>
              </p14:cNvPr>
              <p14:cNvContentPartPr/>
              <p14:nvPr/>
            </p14:nvContentPartPr>
            <p14:xfrm>
              <a:off x="6030251" y="2815503"/>
              <a:ext cx="7560" cy="3416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E3DD9ED-BBA0-A146-5E5C-0ED2F952F2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21611" y="2806503"/>
                <a:ext cx="2520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BF0FCDF-E11E-76F1-BF57-3B2AD556ABF6}"/>
                  </a:ext>
                </a:extLst>
              </p14:cNvPr>
              <p14:cNvContentPartPr/>
              <p14:nvPr/>
            </p14:nvContentPartPr>
            <p14:xfrm>
              <a:off x="1313531" y="3169743"/>
              <a:ext cx="7718760" cy="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BF0FCDF-E11E-76F1-BF57-3B2AD556AB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04531" y="3160743"/>
                <a:ext cx="7736400" cy="18000"/>
              </a:xfrm>
              <a:prstGeom prst="rect">
                <a:avLst/>
              </a:prstGeom>
            </p:spPr>
          </p:pic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7BDC091-870E-F790-FE3D-E1CD94406693}"/>
              </a:ext>
            </a:extLst>
          </p:cNvPr>
          <p:cNvCxnSpPr/>
          <p:nvPr/>
        </p:nvCxnSpPr>
        <p:spPr>
          <a:xfrm>
            <a:off x="1313531" y="3169743"/>
            <a:ext cx="0" cy="259257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7095B80-3DE3-F6A7-8820-F910E7D94708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4016830" y="3157143"/>
            <a:ext cx="3628" cy="2718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9A86BBE-4EFE-10C5-9C17-238E916D044B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6524568" y="3157143"/>
            <a:ext cx="1" cy="2718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BEAFECE-A4D8-6B18-70FE-A7960A20E900}"/>
              </a:ext>
            </a:extLst>
          </p:cNvPr>
          <p:cNvCxnSpPr>
            <a:cxnSpLocks/>
          </p:cNvCxnSpPr>
          <p:nvPr/>
        </p:nvCxnSpPr>
        <p:spPr>
          <a:xfrm>
            <a:off x="9028679" y="3157143"/>
            <a:ext cx="10293" cy="2718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8E0DCFF-47FB-3407-39F3-7F94C0B85442}"/>
              </a:ext>
            </a:extLst>
          </p:cNvPr>
          <p:cNvCxnSpPr>
            <a:cxnSpLocks/>
          </p:cNvCxnSpPr>
          <p:nvPr/>
        </p:nvCxnSpPr>
        <p:spPr>
          <a:xfrm>
            <a:off x="9028679" y="3841448"/>
            <a:ext cx="10293" cy="79646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10D4CEE2-78C4-ACC1-48BD-0E4F1D8DA270}"/>
                  </a:ext>
                </a:extLst>
              </p14:cNvPr>
              <p14:cNvContentPartPr/>
              <p14:nvPr/>
            </p14:nvContentPartPr>
            <p14:xfrm>
              <a:off x="7924571" y="4637103"/>
              <a:ext cx="2199240" cy="7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10D4CEE2-78C4-ACC1-48BD-0E4F1D8DA27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15571" y="4619103"/>
                <a:ext cx="2216880" cy="36000"/>
              </a:xfrm>
              <a:prstGeom prst="rect">
                <a:avLst/>
              </a:prstGeom>
            </p:spPr>
          </p:pic>
        </mc:Fallback>
      </mc:AlternateContent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53592A6-72C2-68F8-C5A1-9B42451400BA}"/>
              </a:ext>
            </a:extLst>
          </p:cNvPr>
          <p:cNvCxnSpPr/>
          <p:nvPr/>
        </p:nvCxnSpPr>
        <p:spPr>
          <a:xfrm>
            <a:off x="7917314" y="4637103"/>
            <a:ext cx="0" cy="3957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0D3672C-BAD7-724B-1CC3-17AF9B3A2145}"/>
              </a:ext>
            </a:extLst>
          </p:cNvPr>
          <p:cNvCxnSpPr/>
          <p:nvPr/>
        </p:nvCxnSpPr>
        <p:spPr>
          <a:xfrm>
            <a:off x="10123485" y="4637103"/>
            <a:ext cx="0" cy="3957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041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9">
            <a:extLst>
              <a:ext uri="{FF2B5EF4-FFF2-40B4-BE49-F238E27FC236}">
                <a16:creationId xmlns:a16="http://schemas.microsoft.com/office/drawing/2014/main" id="{8FE3651E-68A1-6020-1950-B09F93CB8D75}"/>
              </a:ext>
            </a:extLst>
          </p:cNvPr>
          <p:cNvSpPr txBox="1">
            <a:spLocks/>
          </p:cNvSpPr>
          <p:nvPr/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SQL Data Checks &amp; Consistency</a:t>
            </a:r>
            <a:endParaRPr lang="en-IN" kern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242B74-184F-55B6-6096-E4DA92EFF459}"/>
              </a:ext>
            </a:extLst>
          </p:cNvPr>
          <p:cNvSpPr txBox="1"/>
          <p:nvPr/>
        </p:nvSpPr>
        <p:spPr>
          <a:xfrm>
            <a:off x="403197" y="1183945"/>
            <a:ext cx="10675200" cy="36901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Imported all 8 banking tables into SQL Server.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Consolidated 6 yearly transaction files into a single Transaction table.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Performed data quality and consistency checks.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Validated primary and foreign key relationships.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Checked for duplicate records, missing values, invalid dates and invalid business values.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Verified referential integrity across all tables. </a:t>
            </a:r>
          </a:p>
        </p:txBody>
      </p:sp>
    </p:spTree>
    <p:extLst>
      <p:ext uri="{BB962C8B-B14F-4D97-AF65-F5344CB8AC3E}">
        <p14:creationId xmlns:p14="http://schemas.microsoft.com/office/powerpoint/2010/main" val="2021332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9D43DA-B66A-B5FC-19CC-8B4E81CFB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Discrepencies</a:t>
            </a:r>
            <a:r>
              <a:rPr lang="en-US" dirty="0"/>
              <a:t> (1/2)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D0B4E3-03C6-91B1-4102-94A0C91C44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378556"/>
              </p:ext>
            </p:extLst>
          </p:nvPr>
        </p:nvGraphicFramePr>
        <p:xfrm>
          <a:off x="403196" y="1694561"/>
          <a:ext cx="10675200" cy="249975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337600">
                  <a:extLst>
                    <a:ext uri="{9D8B030D-6E8A-4147-A177-3AD203B41FA5}">
                      <a16:colId xmlns:a16="http://schemas.microsoft.com/office/drawing/2014/main" val="1008292138"/>
                    </a:ext>
                  </a:extLst>
                </a:gridCol>
                <a:gridCol w="5337600">
                  <a:extLst>
                    <a:ext uri="{9D8B030D-6E8A-4147-A177-3AD203B41FA5}">
                      <a16:colId xmlns:a16="http://schemas.microsoft.com/office/drawing/2014/main" val="2694773219"/>
                    </a:ext>
                  </a:extLst>
                </a:gridCol>
              </a:tblGrid>
              <a:tr h="434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Table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Issue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833105"/>
                  </a:ext>
                </a:extLst>
              </a:tr>
              <a:tr h="434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Account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Dates stored in YYMMDD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220683"/>
                  </a:ext>
                </a:extLst>
              </a:tr>
              <a:tr h="434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Loan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Dates stored in YYMMDD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268004"/>
                  </a:ext>
                </a:extLst>
              </a:tr>
              <a:tr h="762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Dates stored as YYMMDD HH:MM:SS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991980"/>
                  </a:ext>
                </a:extLst>
              </a:tr>
              <a:tr h="434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Transaction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Non-standard date representation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20738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41CADD2-270E-3189-AA57-4C7B4D6BE6B1}"/>
              </a:ext>
            </a:extLst>
          </p:cNvPr>
          <p:cNvSpPr txBox="1"/>
          <p:nvPr/>
        </p:nvSpPr>
        <p:spPr>
          <a:xfrm>
            <a:off x="403196" y="1171341"/>
            <a:ext cx="10675199" cy="540000"/>
          </a:xfrm>
          <a:prstGeom prst="rect">
            <a:avLst/>
          </a:prstGeom>
          <a:solidFill>
            <a:srgbClr val="028090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Date Issues</a:t>
            </a:r>
            <a:endParaRPr lang="en-IN" sz="2000" b="1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E81BDD-A128-72CD-923C-273595411B58}"/>
              </a:ext>
            </a:extLst>
          </p:cNvPr>
          <p:cNvSpPr txBox="1"/>
          <p:nvPr/>
        </p:nvSpPr>
        <p:spPr>
          <a:xfrm>
            <a:off x="310219" y="4424775"/>
            <a:ext cx="108611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Identify all non-standard date formats across Account, Loan, Card &amp; Transaction tables.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Convert all YYMMDD / YYMMDD HH:MM:SS values to SQL YYYY-MM-DD format, prefixing 19 for 2-digit years.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Validate to Ensure zero NULLs, no row loss, and dates fall within 1993–1998 range.</a:t>
            </a:r>
          </a:p>
        </p:txBody>
      </p:sp>
    </p:spTree>
    <p:extLst>
      <p:ext uri="{BB962C8B-B14F-4D97-AF65-F5344CB8AC3E}">
        <p14:creationId xmlns:p14="http://schemas.microsoft.com/office/powerpoint/2010/main" val="2155172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72AB1-0919-4236-AC43-6BDC24146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08F280-9990-C4EF-F77F-05B7DD54F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Discrepencies</a:t>
            </a:r>
            <a:r>
              <a:rPr lang="en-US" dirty="0"/>
              <a:t>(2/2)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182191-F738-ECAC-5F2A-05F8C17BD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946700"/>
              </p:ext>
            </p:extLst>
          </p:nvPr>
        </p:nvGraphicFramePr>
        <p:xfrm>
          <a:off x="403196" y="1571451"/>
          <a:ext cx="10675200" cy="295138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337600">
                  <a:extLst>
                    <a:ext uri="{9D8B030D-6E8A-4147-A177-3AD203B41FA5}">
                      <a16:colId xmlns:a16="http://schemas.microsoft.com/office/drawing/2014/main" val="1008292138"/>
                    </a:ext>
                  </a:extLst>
                </a:gridCol>
                <a:gridCol w="5337600">
                  <a:extLst>
                    <a:ext uri="{9D8B030D-6E8A-4147-A177-3AD203B41FA5}">
                      <a16:colId xmlns:a16="http://schemas.microsoft.com/office/drawing/2014/main" val="2694773219"/>
                    </a:ext>
                  </a:extLst>
                </a:gridCol>
              </a:tblGrid>
              <a:tr h="512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Table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Issue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833105"/>
                  </a:ext>
                </a:extLst>
              </a:tr>
              <a:tr h="512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Account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Dates stored in YYMMDD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220683"/>
                  </a:ext>
                </a:extLst>
              </a:tr>
              <a:tr h="512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Loan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Dates stored in YYMMDD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268004"/>
                  </a:ext>
                </a:extLst>
              </a:tr>
              <a:tr h="900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Dates stored as YYMMDD HH:MM:SS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991980"/>
                  </a:ext>
                </a:extLst>
              </a:tr>
              <a:tr h="512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Transaction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Non-standard date representation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20738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04A4015-BBFD-6131-25EF-A83992E785D1}"/>
              </a:ext>
            </a:extLst>
          </p:cNvPr>
          <p:cNvSpPr txBox="1"/>
          <p:nvPr/>
        </p:nvSpPr>
        <p:spPr>
          <a:xfrm>
            <a:off x="403196" y="1171341"/>
            <a:ext cx="10675199" cy="400110"/>
          </a:xfrm>
          <a:prstGeom prst="rect">
            <a:avLst/>
          </a:prstGeom>
          <a:solidFill>
            <a:srgbClr val="028090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Missing Values</a:t>
            </a:r>
            <a:endParaRPr lang="en-IN" sz="2000" b="1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FDE4F6-2B4E-4014-598D-FE45A1F01B1B}"/>
              </a:ext>
            </a:extLst>
          </p:cNvPr>
          <p:cNvSpPr txBox="1"/>
          <p:nvPr/>
        </p:nvSpPr>
        <p:spPr>
          <a:xfrm>
            <a:off x="403196" y="4759481"/>
            <a:ext cx="6150076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50"/>
              </a:spcBef>
              <a:spcAft>
                <a:spcPts val="263"/>
              </a:spcAft>
              <a:buNone/>
            </a:pPr>
            <a:r>
              <a:rPr lang="en-IN" sz="2000" b="1" i="0" dirty="0">
                <a:solidFill>
                  <a:srgbClr val="0D0D0D"/>
                </a:solidFill>
                <a:effectLst/>
                <a:latin typeface="+mj-lt"/>
              </a:rPr>
              <a:t>Observation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2000" b="0" i="0" dirty="0">
                <a:solidFill>
                  <a:srgbClr val="0D0D0D"/>
                </a:solidFill>
                <a:effectLst/>
                <a:latin typeface="+mj-lt"/>
              </a:rPr>
              <a:t>Missing business attributes found.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2000" b="0" i="0" dirty="0">
                <a:solidFill>
                  <a:srgbClr val="0D0D0D"/>
                </a:solidFill>
                <a:effectLst/>
                <a:latin typeface="+mj-lt"/>
              </a:rPr>
              <a:t>Requires business validation.</a:t>
            </a:r>
          </a:p>
        </p:txBody>
      </p:sp>
    </p:spTree>
    <p:extLst>
      <p:ext uri="{BB962C8B-B14F-4D97-AF65-F5344CB8AC3E}">
        <p14:creationId xmlns:p14="http://schemas.microsoft.com/office/powerpoint/2010/main" val="863515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FBCAB2-CF96-887E-5A7E-87941A0D4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197" y="1002276"/>
            <a:ext cx="8823227" cy="4239200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  <a:buSzPct val="80000"/>
              <a:buFont typeface="Wingdings" panose="05000000000000000000" pitchFamily="2" charset="2"/>
              <a:buChar char="§"/>
            </a:pPr>
            <a:r>
              <a:rPr lang="en-IN" sz="2000" dirty="0">
                <a:latin typeface="+mj-lt"/>
              </a:rPr>
              <a:t>Standardize all date fields to SQL DATE format.</a:t>
            </a:r>
          </a:p>
          <a:p>
            <a:pPr>
              <a:lnSpc>
                <a:spcPct val="200000"/>
              </a:lnSpc>
              <a:buSzPct val="80000"/>
              <a:buFont typeface="Wingdings" panose="05000000000000000000" pitchFamily="2" charset="2"/>
              <a:buChar char="§"/>
            </a:pPr>
            <a:r>
              <a:rPr lang="en-IN" sz="2000" dirty="0">
                <a:latin typeface="+mj-lt"/>
              </a:rPr>
              <a:t>Increase text column sizes for bank, operation, and purpose fields.</a:t>
            </a:r>
          </a:p>
          <a:p>
            <a:pPr>
              <a:lnSpc>
                <a:spcPct val="200000"/>
              </a:lnSpc>
              <a:buSzPct val="80000"/>
              <a:buFont typeface="Wingdings" panose="05000000000000000000" pitchFamily="2" charset="2"/>
              <a:buChar char="§"/>
            </a:pPr>
            <a:r>
              <a:rPr lang="en-IN" sz="2000" dirty="0">
                <a:latin typeface="+mj-lt"/>
              </a:rPr>
              <a:t>Validate missing values before imputation.</a:t>
            </a:r>
          </a:p>
          <a:p>
            <a:pPr>
              <a:lnSpc>
                <a:spcPct val="200000"/>
              </a:lnSpc>
              <a:buSzPct val="80000"/>
              <a:buFont typeface="Wingdings" panose="05000000000000000000" pitchFamily="2" charset="2"/>
              <a:buChar char="§"/>
            </a:pPr>
            <a:r>
              <a:rPr lang="en-IN" sz="2000" dirty="0">
                <a:latin typeface="+mj-lt"/>
              </a:rPr>
              <a:t>Remove duplicate records where applicable.</a:t>
            </a:r>
          </a:p>
          <a:p>
            <a:pPr>
              <a:lnSpc>
                <a:spcPct val="200000"/>
              </a:lnSpc>
              <a:buSzPct val="80000"/>
              <a:buFont typeface="Wingdings" panose="05000000000000000000" pitchFamily="2" charset="2"/>
              <a:buChar char="§"/>
            </a:pPr>
            <a:r>
              <a:rPr lang="en-IN" sz="2000" dirty="0">
                <a:latin typeface="+mj-lt"/>
              </a:rPr>
              <a:t>Validate orphan records through referential integrity checks.</a:t>
            </a:r>
          </a:p>
          <a:p>
            <a:pPr>
              <a:lnSpc>
                <a:spcPct val="200000"/>
              </a:lnSpc>
              <a:buSzPct val="80000"/>
              <a:buFont typeface="Wingdings" panose="05000000000000000000" pitchFamily="2" charset="2"/>
              <a:buChar char="§"/>
            </a:pPr>
            <a:r>
              <a:rPr lang="en-IN" sz="2000" dirty="0">
                <a:latin typeface="+mj-lt"/>
              </a:rPr>
              <a:t>Preserve raw source tables.</a:t>
            </a:r>
          </a:p>
          <a:p>
            <a:pPr>
              <a:lnSpc>
                <a:spcPct val="200000"/>
              </a:lnSpc>
              <a:buSzPct val="80000"/>
              <a:buFont typeface="Wingdings" panose="05000000000000000000" pitchFamily="2" charset="2"/>
              <a:buChar char="§"/>
            </a:pPr>
            <a:r>
              <a:rPr lang="en-IN" sz="2000" dirty="0">
                <a:latin typeface="+mj-lt"/>
              </a:rPr>
              <a:t>Use cleaned views for reporting and analysis.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910911-E63E-B97D-B5FE-20E81CC99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IN" dirty="0"/>
              <a:t>Recommendations for Data Cleaning</a:t>
            </a:r>
          </a:p>
        </p:txBody>
      </p:sp>
    </p:spTree>
    <p:extLst>
      <p:ext uri="{BB962C8B-B14F-4D97-AF65-F5344CB8AC3E}">
        <p14:creationId xmlns:p14="http://schemas.microsoft.com/office/powerpoint/2010/main" val="2732005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D351105F-8868-B35C-4C76-32ADAC3E4DC0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Exploratory Data Analysis (EDA)</a:t>
            </a:r>
            <a:endParaRPr lang="en-IN" kern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9D766B-6FCF-3052-82D3-E34CA7486028}"/>
              </a:ext>
            </a:extLst>
          </p:cNvPr>
          <p:cNvSpPr txBox="1"/>
          <p:nvPr/>
        </p:nvSpPr>
        <p:spPr>
          <a:xfrm>
            <a:off x="515841" y="1221316"/>
            <a:ext cx="11751633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Objective</a:t>
            </a:r>
          </a:p>
          <a:p>
            <a:r>
              <a:rPr lang="en-IN" sz="2000" dirty="0"/>
              <a:t>The purpose of Exploratory Data Analysis was to understand customer demographics, account </a:t>
            </a:r>
            <a:r>
              <a:rPr lang="en-IN" sz="2000" dirty="0" err="1"/>
              <a:t>behavior</a:t>
            </a:r>
            <a:r>
              <a:rPr lang="en-IN" sz="2000" dirty="0"/>
              <a:t>, transaction patterns, loan portfolio performance, and regional banking trends before performing diagnostic and predictive analysis.</a:t>
            </a:r>
            <a:endParaRPr lang="en-IN" sz="2000" b="1" dirty="0"/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ABD348-A16E-A90E-31D1-D115184478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764088"/>
              </p:ext>
            </p:extLst>
          </p:nvPr>
        </p:nvGraphicFramePr>
        <p:xfrm>
          <a:off x="542184" y="2614331"/>
          <a:ext cx="10858846" cy="2430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0A7A7D9-9F56-7670-DEBB-128FEE569B1F}"/>
              </a:ext>
            </a:extLst>
          </p:cNvPr>
          <p:cNvSpPr txBox="1"/>
          <p:nvPr/>
        </p:nvSpPr>
        <p:spPr>
          <a:xfrm>
            <a:off x="522664" y="5052536"/>
            <a:ext cx="108588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Outcome</a:t>
            </a:r>
          </a:p>
          <a:p>
            <a:pPr>
              <a:buNone/>
            </a:pPr>
            <a:r>
              <a:rPr lang="en-IN" dirty="0"/>
              <a:t>EDA transformed raw banking data into meaningful business insights by identifying customer </a:t>
            </a:r>
            <a:r>
              <a:rPr lang="en-IN" dirty="0" err="1"/>
              <a:t>behavior</a:t>
            </a:r>
            <a:r>
              <a:rPr lang="en-IN" dirty="0"/>
              <a:t>, financial trends, and operational patterns that support strategic decision-making.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FCAF76-84C4-FF0C-122C-AAF4A65D02B0}"/>
              </a:ext>
            </a:extLst>
          </p:cNvPr>
          <p:cNvSpPr/>
          <p:nvPr/>
        </p:nvSpPr>
        <p:spPr>
          <a:xfrm>
            <a:off x="5971607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31176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9CFE2-23C6-E54D-12D9-CB410B96D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6EA47882-2207-B69B-CC65-629B5070B6A6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Customer Demographic Analysis (1/2)</a:t>
            </a:r>
            <a:endParaRPr lang="en-IN" kern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B8EDB5-2DA6-C19A-1167-9262E0254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440" y="1069252"/>
            <a:ext cx="9649685" cy="12498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010105-A53C-218D-A323-4E1C1E8AE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41" y="2319130"/>
            <a:ext cx="6241642" cy="40481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3700DD-EE41-88D7-1EE3-92CFD5657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082" y="2385756"/>
            <a:ext cx="4349358" cy="369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915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9FA8B-C424-E3BA-79C0-56260F0E4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DE268B34-3BEB-B767-CA51-245696FEE6D1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Customer Demographic Analysis (2/2)</a:t>
            </a:r>
            <a:endParaRPr lang="en-IN" kern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5ACA3B-2379-A680-1771-4BEEA3A7AD4A}"/>
              </a:ext>
            </a:extLst>
          </p:cNvPr>
          <p:cNvSpPr txBox="1"/>
          <p:nvPr/>
        </p:nvSpPr>
        <p:spPr>
          <a:xfrm>
            <a:off x="515841" y="1236276"/>
            <a:ext cx="911848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Business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customer base is evenly distributed between male and female customers.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average customer age of 45 years indicates a mature and financially active customer segment.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Most customers belong to the </a:t>
            </a:r>
            <a:r>
              <a:rPr lang="en-IN" sz="2000" b="1" dirty="0"/>
              <a:t>26–55 age group</a:t>
            </a:r>
            <a:r>
              <a:rPr lang="en-IN" sz="2000" dirty="0"/>
              <a:t>, representing the bank's primary revenue-generating population.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Younger customers (below 18 years) represent a small share, suggesting an opportunity for youth-focused banking products.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02C996-5F56-43F2-1147-8E460D92A95F}"/>
              </a:ext>
            </a:extLst>
          </p:cNvPr>
          <p:cNvSpPr txBox="1"/>
          <p:nvPr/>
        </p:nvSpPr>
        <p:spPr>
          <a:xfrm>
            <a:off x="515840" y="4180490"/>
            <a:ext cx="92311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Recommendation</a:t>
            </a:r>
          </a:p>
          <a:p>
            <a:pPr>
              <a:buNone/>
            </a:pPr>
            <a:r>
              <a:rPr lang="en-IN" sz="2000" dirty="0"/>
              <a:t>Develop targeted savings, investment, and digital banking products for customers aged </a:t>
            </a:r>
            <a:r>
              <a:rPr lang="en-IN" sz="2000" b="1" dirty="0"/>
              <a:t>26–55</a:t>
            </a:r>
            <a:r>
              <a:rPr lang="en-IN" sz="2000" dirty="0"/>
              <a:t>, while introducing student and youth banking programs to improve long-term customer acquisition.</a:t>
            </a:r>
          </a:p>
        </p:txBody>
      </p:sp>
    </p:spTree>
    <p:extLst>
      <p:ext uri="{BB962C8B-B14F-4D97-AF65-F5344CB8AC3E}">
        <p14:creationId xmlns:p14="http://schemas.microsoft.com/office/powerpoint/2010/main" val="2620591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4E49B-F939-00CB-BDAC-7A034A214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FCE1266-CFC1-664F-E930-3C430A670235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US" kern="0" dirty="0"/>
              <a:t>A</a:t>
            </a:r>
            <a:r>
              <a:rPr lang="en-IN" kern="0" dirty="0" err="1"/>
              <a:t>ccount</a:t>
            </a:r>
            <a:r>
              <a:rPr lang="en-IN" kern="0" dirty="0"/>
              <a:t> Analysis (1/2)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8D4A1FB8-A41D-9013-6617-F5B658E222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4243984"/>
              </p:ext>
            </p:extLst>
          </p:nvPr>
        </p:nvGraphicFramePr>
        <p:xfrm>
          <a:off x="581284" y="1278835"/>
          <a:ext cx="9616263" cy="1780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2C077BF9-987E-7685-258E-EA453BF15E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3860" y="3143095"/>
            <a:ext cx="5864754" cy="32037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0A4A76B-3EFE-0BE8-9C05-800D2343E5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928" y="3059533"/>
            <a:ext cx="5626033" cy="320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242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95068-F2D5-6342-DB10-07035402F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FDEA1FFE-E3C7-7861-D6C2-491F824BE281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US" kern="0" dirty="0"/>
              <a:t>A</a:t>
            </a:r>
            <a:r>
              <a:rPr lang="en-IN" kern="0" dirty="0" err="1"/>
              <a:t>ccount</a:t>
            </a:r>
            <a:r>
              <a:rPr lang="en-IN" kern="0" dirty="0"/>
              <a:t> Analysis (2/2)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1D5844-DA39-F92B-ED18-347B54D8DBDA}"/>
              </a:ext>
            </a:extLst>
          </p:cNvPr>
          <p:cNvSpPr txBox="1"/>
          <p:nvPr/>
        </p:nvSpPr>
        <p:spPr>
          <a:xfrm>
            <a:off x="515840" y="1342974"/>
            <a:ext cx="988463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Customer distribution across account types is relatively balanced.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NRI and Savings accounts slightly exceed Salary accounts, indicating diversified banking needs.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District-wise analysis reveals customer concentration in </a:t>
            </a:r>
            <a:r>
              <a:rPr lang="en-IN" sz="2000" b="1" dirty="0" err="1"/>
              <a:t>Hl.m</a:t>
            </a:r>
            <a:r>
              <a:rPr lang="en-IN" sz="2000" b="1" dirty="0"/>
              <a:t>. Praha</a:t>
            </a:r>
            <a:r>
              <a:rPr lang="en-IN" sz="2000" dirty="0"/>
              <a:t>, making it the bank's strongest market.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304A2C-8FA7-A67E-F44C-57967E9DF051}"/>
              </a:ext>
            </a:extLst>
          </p:cNvPr>
          <p:cNvSpPr txBox="1"/>
          <p:nvPr/>
        </p:nvSpPr>
        <p:spPr>
          <a:xfrm>
            <a:off x="515840" y="3429000"/>
            <a:ext cx="61508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Recommendation</a:t>
            </a:r>
          </a:p>
          <a:p>
            <a:pPr>
              <a:buNone/>
            </a:pPr>
            <a:r>
              <a:rPr lang="en-IN" sz="2000" dirty="0"/>
              <a:t>Strengthen marketing in high-performing districts while designing region-specific campaigns for districts with lower customer penetration.</a:t>
            </a:r>
          </a:p>
        </p:txBody>
      </p:sp>
    </p:spTree>
    <p:extLst>
      <p:ext uri="{BB962C8B-B14F-4D97-AF65-F5344CB8AC3E}">
        <p14:creationId xmlns:p14="http://schemas.microsoft.com/office/powerpoint/2010/main" val="3196678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8CFAE-EDD4-05DA-C48B-2BEC2BC94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627FCC0-3E71-6E6F-E392-1C2D53C09A3C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US" kern="0" dirty="0"/>
              <a:t>Transaction Analysis (1/2)</a:t>
            </a:r>
            <a:endParaRPr lang="en-IN" kern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F98F5D-91FF-AA0F-B2D4-3A1DA8CB33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6" t="6220"/>
          <a:stretch>
            <a:fillRect/>
          </a:stretch>
        </p:blipFill>
        <p:spPr>
          <a:xfrm>
            <a:off x="515841" y="1118764"/>
            <a:ext cx="9485880" cy="9917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F03EFA-6890-137D-FFE9-099C4C2D0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41" y="2263639"/>
            <a:ext cx="6268279" cy="31318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D990E0-E19A-A930-F1E3-7A26845C1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120" y="2740657"/>
            <a:ext cx="5107721" cy="2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850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49953-3037-3991-F031-AB21699D1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628AC4B-5239-C998-D79A-8E7CF577FE6F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US" kern="0" dirty="0"/>
              <a:t>Transaction Analysis (2/2)</a:t>
            </a:r>
            <a:endParaRPr lang="en-IN" kern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053D85-C4BF-C1F8-D034-12B51589986B}"/>
              </a:ext>
            </a:extLst>
          </p:cNvPr>
          <p:cNvSpPr txBox="1"/>
          <p:nvPr/>
        </p:nvSpPr>
        <p:spPr>
          <a:xfrm>
            <a:off x="601979" y="1355105"/>
            <a:ext cx="862153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Debit transactions slightly exceed credits, reflecting active customer spending.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Interest credits and cash deposits are the most frequent transaction operations.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Monthly transaction trends remain stable, indicating consistent banking activity.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38370A-B250-A31A-0D76-D149DCF93573}"/>
              </a:ext>
            </a:extLst>
          </p:cNvPr>
          <p:cNvSpPr txBox="1"/>
          <p:nvPr/>
        </p:nvSpPr>
        <p:spPr>
          <a:xfrm>
            <a:off x="601979" y="3819379"/>
            <a:ext cx="61490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Recommendation</a:t>
            </a:r>
          </a:p>
          <a:p>
            <a:pPr>
              <a:buNone/>
            </a:pPr>
            <a:r>
              <a:rPr lang="en-IN" sz="2000" dirty="0"/>
              <a:t>Introduce personalized spending insights and digital financial planning tools to encourage higher customer engagement.</a:t>
            </a:r>
          </a:p>
        </p:txBody>
      </p:sp>
    </p:spTree>
    <p:extLst>
      <p:ext uri="{BB962C8B-B14F-4D97-AF65-F5344CB8AC3E}">
        <p14:creationId xmlns:p14="http://schemas.microsoft.com/office/powerpoint/2010/main" val="2425489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F21EF-DCD8-320F-09C7-77424D1F6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0217F494-6E3F-0B90-11E2-78498BE3E634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Loan Analysis (1/2)</a:t>
            </a:r>
            <a:endParaRPr lang="en-IN" kern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026A58-C5DA-BE49-5BD8-2FA727CF4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54" y="1137600"/>
            <a:ext cx="8766555" cy="7678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DC6888-E72D-A47F-F152-D69CD1A9E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54" y="1972405"/>
            <a:ext cx="4151295" cy="29131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B1B4E1-8235-8F54-6DDC-3CECA4900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5971" y="1990359"/>
            <a:ext cx="5346044" cy="291318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9C8DE5-0D1F-E938-71E9-82CD964A07A1}"/>
              </a:ext>
            </a:extLst>
          </p:cNvPr>
          <p:cNvSpPr txBox="1"/>
          <p:nvPr/>
        </p:nvSpPr>
        <p:spPr>
          <a:xfrm>
            <a:off x="582854" y="4711942"/>
            <a:ext cx="865366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Most loans are successfully repaid.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Default loans form only a small portion.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Longer-duration loans generally involve higher loan amounts.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Loan portfolio appears healthy.</a:t>
            </a:r>
          </a:p>
        </p:txBody>
      </p:sp>
    </p:spTree>
    <p:extLst>
      <p:ext uri="{BB962C8B-B14F-4D97-AF65-F5344CB8AC3E}">
        <p14:creationId xmlns:p14="http://schemas.microsoft.com/office/powerpoint/2010/main" val="1289882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6D8F3-FB40-4863-BCD8-69E3F8240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D21E574-ABCC-8D3A-A1E2-5B255FB38F31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Loan Analysis (2/2)</a:t>
            </a:r>
            <a:endParaRPr lang="en-IN" kern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BECFE9-2AB4-2FB7-626C-464AF1EB6DDF}"/>
              </a:ext>
            </a:extLst>
          </p:cNvPr>
          <p:cNvSpPr txBox="1"/>
          <p:nvPr/>
        </p:nvSpPr>
        <p:spPr>
          <a:xfrm>
            <a:off x="582855" y="1332638"/>
            <a:ext cx="854789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Nearly </a:t>
            </a:r>
            <a:r>
              <a:rPr lang="en-IN" sz="2000" b="1" dirty="0"/>
              <a:t>59%</a:t>
            </a:r>
            <a:r>
              <a:rPr lang="en-IN" sz="2000" dirty="0"/>
              <a:t> of loans are active, indicating healthy lending activity.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default rate remains low, suggesting effective credit assessment.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Loan disbursement increased over the years, reflecting business growth.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C8918B-474F-83FD-4F69-12D40569F201}"/>
              </a:ext>
            </a:extLst>
          </p:cNvPr>
          <p:cNvSpPr txBox="1"/>
          <p:nvPr/>
        </p:nvSpPr>
        <p:spPr>
          <a:xfrm>
            <a:off x="515841" y="3158892"/>
            <a:ext cx="82173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Recommendation</a:t>
            </a:r>
          </a:p>
          <a:p>
            <a:pPr>
              <a:buNone/>
            </a:pPr>
            <a:r>
              <a:rPr lang="en-IN" sz="2000" dirty="0"/>
              <a:t>Continue monitoring high-value, long-duration loans using predictive models to minimize future credit risk.</a:t>
            </a:r>
          </a:p>
        </p:txBody>
      </p:sp>
    </p:spTree>
    <p:extLst>
      <p:ext uri="{BB962C8B-B14F-4D97-AF65-F5344CB8AC3E}">
        <p14:creationId xmlns:p14="http://schemas.microsoft.com/office/powerpoint/2010/main" val="4269127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934BC-E007-CAC0-2014-E15685EEC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AFC0F40F-DD41-D1E4-36F1-05E1CD03FA11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US" kern="0" dirty="0"/>
              <a:t>Card Analysis (1/2)</a:t>
            </a:r>
            <a:endParaRPr lang="en-IN" kern="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8E74A38-81FD-B419-51D2-17D6E6FDFE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5503541"/>
              </p:ext>
            </p:extLst>
          </p:nvPr>
        </p:nvGraphicFramePr>
        <p:xfrm>
          <a:off x="655585" y="1285462"/>
          <a:ext cx="10476241" cy="13084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216FBC7-464C-A362-6738-67D8912C9A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068" y="2593935"/>
            <a:ext cx="3735036" cy="30448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08E49E-EF84-C157-C885-6EB0EC2E39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1480" y="2741799"/>
            <a:ext cx="7381548" cy="356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174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D6778-DF5F-79CF-16F3-F9625F8F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89A558D3-7E66-7378-BF7D-465AB279719F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US" kern="0" dirty="0"/>
              <a:t>Card Analysis (2/2)</a:t>
            </a:r>
            <a:endParaRPr lang="en-IN" kern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60E0E5-47C3-0FA7-50D9-68880A46628F}"/>
              </a:ext>
            </a:extLst>
          </p:cNvPr>
          <p:cNvSpPr txBox="1"/>
          <p:nvPr/>
        </p:nvSpPr>
        <p:spPr>
          <a:xfrm>
            <a:off x="589722" y="1209999"/>
            <a:ext cx="730194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 The Classic card dominates the portfolio, indicating it is the most popular and accessible card.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1998 recorded the highest number of cards issued (around 430+)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4C5C45-F514-5E67-A30C-2AEB781021CC}"/>
              </a:ext>
            </a:extLst>
          </p:cNvPr>
          <p:cNvSpPr txBox="1"/>
          <p:nvPr/>
        </p:nvSpPr>
        <p:spPr>
          <a:xfrm>
            <a:off x="589722" y="2913614"/>
            <a:ext cx="81037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Recommendation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Promote Gold card upgrades by targeting loyal classic cardholders. By Offering reward points, cashback, or annual fee waivers.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Investigate why card issuance surged in 1998 and replicate successful strategies in future campaigns</a:t>
            </a:r>
          </a:p>
        </p:txBody>
      </p:sp>
    </p:spTree>
    <p:extLst>
      <p:ext uri="{BB962C8B-B14F-4D97-AF65-F5344CB8AC3E}">
        <p14:creationId xmlns:p14="http://schemas.microsoft.com/office/powerpoint/2010/main" val="18173712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548DA-5AE6-70CC-A32E-A8998A3AC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832E8D6-DDDD-1FC3-5DDA-617F7CF62FD1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US" kern="0" dirty="0"/>
              <a:t>District/ Regional Analysis</a:t>
            </a:r>
            <a:endParaRPr lang="en-IN" kern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6F839C-51F7-0485-0748-DED00D941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41" y="1137600"/>
            <a:ext cx="5857750" cy="34635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B0F66D-7751-A74E-051C-0A5CD7795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667" y="1137600"/>
            <a:ext cx="5329300" cy="35544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22AA7B-2646-AC95-8907-913EB2C72270}"/>
              </a:ext>
            </a:extLst>
          </p:cNvPr>
          <p:cNvSpPr txBox="1"/>
          <p:nvPr/>
        </p:nvSpPr>
        <p:spPr>
          <a:xfrm>
            <a:off x="515841" y="4692074"/>
            <a:ext cx="1128312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Insights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High-income districts generally have higher banking penetration.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Urban districts contribute more customers.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Low-density districts provide opportunities for expansion. </a:t>
            </a:r>
          </a:p>
        </p:txBody>
      </p:sp>
    </p:spTree>
    <p:extLst>
      <p:ext uri="{BB962C8B-B14F-4D97-AF65-F5344CB8AC3E}">
        <p14:creationId xmlns:p14="http://schemas.microsoft.com/office/powerpoint/2010/main" val="31890735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BEF58-142A-BDB0-FCD1-6CCED2C6A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12D5C772-CD27-D5A7-3694-0874B44CA1EC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US" kern="0" dirty="0"/>
              <a:t>Diagnostic Analysis</a:t>
            </a:r>
            <a:endParaRPr lang="en-IN" kern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AE4F3-0C9D-D61F-3E5B-B6ECCEF7386C}"/>
              </a:ext>
            </a:extLst>
          </p:cNvPr>
          <p:cNvSpPr txBox="1"/>
          <p:nvPr/>
        </p:nvSpPr>
        <p:spPr>
          <a:xfrm>
            <a:off x="515840" y="1137600"/>
            <a:ext cx="103840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Objective</a:t>
            </a:r>
          </a:p>
          <a:p>
            <a:pPr>
              <a:buNone/>
            </a:pPr>
            <a:r>
              <a:rPr lang="en-IN" sz="2000" dirty="0"/>
              <a:t>Diagnostic analysis was performed to understand the reasons behind customer behaviour, loan performance, transaction patterns and regional banking trends.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30BEC21-72E4-2C35-7ED2-6ABAC5EB7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067375"/>
              </p:ext>
            </p:extLst>
          </p:nvPr>
        </p:nvGraphicFramePr>
        <p:xfrm>
          <a:off x="623026" y="2234310"/>
          <a:ext cx="10164243" cy="37700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88081">
                  <a:extLst>
                    <a:ext uri="{9D8B030D-6E8A-4147-A177-3AD203B41FA5}">
                      <a16:colId xmlns:a16="http://schemas.microsoft.com/office/drawing/2014/main" val="3619272137"/>
                    </a:ext>
                  </a:extLst>
                </a:gridCol>
                <a:gridCol w="3388081">
                  <a:extLst>
                    <a:ext uri="{9D8B030D-6E8A-4147-A177-3AD203B41FA5}">
                      <a16:colId xmlns:a16="http://schemas.microsoft.com/office/drawing/2014/main" val="113552315"/>
                    </a:ext>
                  </a:extLst>
                </a:gridCol>
                <a:gridCol w="3388081">
                  <a:extLst>
                    <a:ext uri="{9D8B030D-6E8A-4147-A177-3AD203B41FA5}">
                      <a16:colId xmlns:a16="http://schemas.microsoft.com/office/drawing/2014/main" val="2396292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Business Question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Analysis Performed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KPI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644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Which accounts have high debit activity?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Debit vs Credit comparison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 Debit 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705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Which customers are likely to default?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Loan status comparison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Default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969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Which districts have better banking penetration?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Account vs District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Penetration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751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 drives card adoption?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Card ownership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Card Adoption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728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Are there dormant accounts?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Transaction activity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Dormant Account 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345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Which transaction types are declining?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Transaction trend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Trend Index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820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0703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AF34D-BB69-3FDE-B49D-684BBB609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9985044-6168-8134-7911-C157F5F00131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sz="3200" dirty="0"/>
              <a:t>High Debit Account Ratio (1/2)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0D4E07-1596-16DF-433D-59C817D9C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40" y="1123287"/>
            <a:ext cx="9058855" cy="495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8140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12474-FD31-A7E4-E487-7C101E786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863D1DF5-032C-500D-3652-B197BF4A927A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sz="2800" dirty="0"/>
              <a:t>High Debit Account Ratio (2/2)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A0F451-6748-8F6D-62F5-1C14CF409BF3}"/>
              </a:ext>
            </a:extLst>
          </p:cNvPr>
          <p:cNvSpPr txBox="1"/>
          <p:nvPr/>
        </p:nvSpPr>
        <p:spPr>
          <a:xfrm>
            <a:off x="515840" y="2166058"/>
            <a:ext cx="893295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Business Insight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Debit transactions slightly exceed credits.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Customers with consistently high debit activity require closer financial monitoring.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Such accounts may indicate cash-flow issues or heavy spending patterns.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Recommendation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Implement spending alerts and personalized financial planning services for high-debit customers.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37A1E6-0B4C-5F58-4125-0893E9664967}"/>
              </a:ext>
            </a:extLst>
          </p:cNvPr>
          <p:cNvSpPr txBox="1"/>
          <p:nvPr/>
        </p:nvSpPr>
        <p:spPr>
          <a:xfrm>
            <a:off x="515840" y="1297886"/>
            <a:ext cx="94100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Objective</a:t>
            </a:r>
          </a:p>
          <a:p>
            <a:pPr>
              <a:buNone/>
            </a:pPr>
            <a:r>
              <a:rPr lang="en-IN" sz="2000" dirty="0"/>
              <a:t>Identify customers spending significantly more than receiving.</a:t>
            </a:r>
          </a:p>
        </p:txBody>
      </p:sp>
    </p:spTree>
    <p:extLst>
      <p:ext uri="{BB962C8B-B14F-4D97-AF65-F5344CB8AC3E}">
        <p14:creationId xmlns:p14="http://schemas.microsoft.com/office/powerpoint/2010/main" val="17857423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50C37-1617-5120-155D-7F730350F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044F95B3-78ED-7FE6-8436-CE27335F4793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Loan Default (1/2) </a:t>
            </a:r>
            <a:endParaRPr lang="en-IN" kern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7D0F67-F467-5C69-DB1D-D04D79D09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42" y="1097078"/>
            <a:ext cx="5825324" cy="30786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831EF0-8DD9-8106-FB76-22C635976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127" y="1093080"/>
            <a:ext cx="6044873" cy="312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0526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4EE73-25DE-AF5B-A547-14CA002A3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CF5075F-7D21-0BF9-5610-2A4B17C84092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Loan Default (2/2) </a:t>
            </a:r>
            <a:endParaRPr lang="en-IN" kern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750E02-58BF-193F-C8CD-D63406720D4B}"/>
              </a:ext>
            </a:extLst>
          </p:cNvPr>
          <p:cNvSpPr txBox="1"/>
          <p:nvPr/>
        </p:nvSpPr>
        <p:spPr>
          <a:xfrm>
            <a:off x="515841" y="1137600"/>
            <a:ext cx="897934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Objective</a:t>
            </a:r>
          </a:p>
          <a:p>
            <a:pPr>
              <a:buNone/>
            </a:pPr>
            <a:r>
              <a:rPr lang="en-IN" sz="2000" dirty="0"/>
              <a:t>Identify factors contributing to loan defaults.</a:t>
            </a:r>
          </a:p>
          <a:p>
            <a:pPr>
              <a:buNone/>
            </a:pPr>
            <a:r>
              <a:rPr lang="en-IN" sz="2000" dirty="0"/>
              <a:t>Dashboard 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Total Loans: </a:t>
            </a:r>
            <a:r>
              <a:rPr lang="en-IN" sz="2000" b="1" dirty="0"/>
              <a:t>682</a:t>
            </a:r>
            <a:r>
              <a:rPr lang="en-IN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Default Rate: </a:t>
            </a:r>
            <a:r>
              <a:rPr lang="en-IN" sz="2000" b="1" dirty="0"/>
              <a:t>6.6%</a:t>
            </a:r>
            <a:r>
              <a:rPr lang="en-IN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Total Exposure: </a:t>
            </a:r>
            <a:r>
              <a:rPr lang="en-IN" sz="2000" b="1" dirty="0"/>
              <a:t>103 Million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Business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Majority of loans are Active or Successfully Completed.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Only a small percentage fall into Default.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Existing lending policy appears effective.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Recommendation</a:t>
            </a:r>
          </a:p>
          <a:p>
            <a:pPr>
              <a:buNone/>
            </a:pPr>
            <a:r>
              <a:rPr lang="en-IN" sz="2000" dirty="0"/>
              <a:t>Use predictive models to identify high-risk customers before loan approval.</a:t>
            </a:r>
          </a:p>
        </p:txBody>
      </p:sp>
    </p:spTree>
    <p:extLst>
      <p:ext uri="{BB962C8B-B14F-4D97-AF65-F5344CB8AC3E}">
        <p14:creationId xmlns:p14="http://schemas.microsoft.com/office/powerpoint/2010/main" val="5603392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F8F33-0E35-176A-F881-7C5A5000F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6BB09F2-3678-CB4B-3DD0-C1AAEB879010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District Banking Penetration (1/2)</a:t>
            </a:r>
            <a:endParaRPr lang="en-IN" kern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4B5FF6-6D0A-75AC-D292-0DEDAA9E3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41" y="1081139"/>
            <a:ext cx="5972800" cy="37368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6A932E-C314-9D39-9BD2-6FDFE84AA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747" y="1137600"/>
            <a:ext cx="5617902" cy="350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0835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0BE70-CBC6-7037-6F90-37BB92E9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C20BF472-14FB-A95C-ED0D-953926BAED8D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District Banking Penetration (2/2)</a:t>
            </a:r>
            <a:endParaRPr lang="en-IN" kern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F0DB99-20D0-01CE-16A5-0F02EC2E364F}"/>
              </a:ext>
            </a:extLst>
          </p:cNvPr>
          <p:cNvSpPr txBox="1"/>
          <p:nvPr/>
        </p:nvSpPr>
        <p:spPr>
          <a:xfrm>
            <a:off x="588727" y="1433974"/>
            <a:ext cx="938353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Compare customer concentration across districts.</a:t>
            </a:r>
          </a:p>
          <a:p>
            <a:endParaRPr lang="en-IN" sz="2000" dirty="0"/>
          </a:p>
          <a:p>
            <a:pPr>
              <a:buNone/>
            </a:pPr>
            <a:r>
              <a:rPr lang="en-IN" sz="2000" b="1" dirty="0"/>
              <a:t>Business 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Prague district has the largest customer base.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Banking penetration differs significantly between districts.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Lower penetration indicates untapped market potential.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Recommendation</a:t>
            </a:r>
          </a:p>
          <a:p>
            <a:pPr>
              <a:buNone/>
            </a:pPr>
            <a:r>
              <a:rPr lang="en-IN" sz="2000" dirty="0"/>
              <a:t>Launch localized campaigns and expand banking services in low-performing districts.</a:t>
            </a:r>
          </a:p>
        </p:txBody>
      </p:sp>
    </p:spTree>
    <p:extLst>
      <p:ext uri="{BB962C8B-B14F-4D97-AF65-F5344CB8AC3E}">
        <p14:creationId xmlns:p14="http://schemas.microsoft.com/office/powerpoint/2010/main" val="15588969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7CD5-659F-BB64-4DEF-D47388517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DEBA911E-BD94-FB8C-067A-7D35112ACD17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US" kern="0" dirty="0"/>
              <a:t>Card Adoption Analysis (1/2)</a:t>
            </a:r>
            <a:endParaRPr lang="en-IN" kern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1291AC-C484-BF93-6247-843836B0E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29" y="1116130"/>
            <a:ext cx="4982539" cy="26764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E04AA9-AB3F-D2B2-3CDA-F79FC6EC6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9026" y="3872903"/>
            <a:ext cx="4022677" cy="24585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B39B58-10E7-DAE9-B506-E37BA4F82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3441" y="1137600"/>
            <a:ext cx="5126314" cy="268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4122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81113-5BE8-E253-F907-50793BA3F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8600C457-5153-BC7B-93C7-268FEFA0AC82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US" kern="0" dirty="0"/>
              <a:t>Card Adoption Analysis (2/2)</a:t>
            </a:r>
            <a:endParaRPr lang="en-IN" kern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C24456-4EB7-637E-8351-FD15B09835B3}"/>
              </a:ext>
            </a:extLst>
          </p:cNvPr>
          <p:cNvSpPr txBox="1"/>
          <p:nvPr/>
        </p:nvSpPr>
        <p:spPr>
          <a:xfrm>
            <a:off x="596347" y="1302099"/>
            <a:ext cx="926989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Objective</a:t>
            </a:r>
          </a:p>
          <a:p>
            <a:pPr>
              <a:buNone/>
            </a:pPr>
            <a:r>
              <a:rPr lang="en-IN" sz="2000" dirty="0"/>
              <a:t>Understand card ownership among customers.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Business Insight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Card adoption varies across customer groups.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Active customers generally have higher product usage.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Cross-selling opportunities exist for customers without cards. </a:t>
            </a:r>
          </a:p>
          <a:p>
            <a:endParaRPr lang="en-IN" sz="2000" dirty="0"/>
          </a:p>
          <a:p>
            <a:pPr>
              <a:buNone/>
            </a:pPr>
            <a:r>
              <a:rPr lang="en-IN" sz="2000" b="1" dirty="0"/>
              <a:t>Recommendation</a:t>
            </a:r>
          </a:p>
          <a:p>
            <a:pPr>
              <a:buNone/>
            </a:pPr>
            <a:r>
              <a:rPr lang="en-IN" sz="2000" dirty="0"/>
              <a:t>Offer promotional credit/debit card campaigns for eligible account holders.</a:t>
            </a:r>
          </a:p>
        </p:txBody>
      </p:sp>
    </p:spTree>
    <p:extLst>
      <p:ext uri="{BB962C8B-B14F-4D97-AF65-F5344CB8AC3E}">
        <p14:creationId xmlns:p14="http://schemas.microsoft.com/office/powerpoint/2010/main" val="16557685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CD848-4AFC-4A6F-083D-3C6B2501B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58D8E1E-1526-67C0-7500-AC0E6A156699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Dormant Account Analysis</a:t>
            </a:r>
            <a:endParaRPr lang="en-IN" kern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53957F-49D7-E90F-38B6-CBD687308943}"/>
              </a:ext>
            </a:extLst>
          </p:cNvPr>
          <p:cNvSpPr txBox="1"/>
          <p:nvPr/>
        </p:nvSpPr>
        <p:spPr>
          <a:xfrm>
            <a:off x="588728" y="1376139"/>
            <a:ext cx="874643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Objective</a:t>
            </a:r>
          </a:p>
          <a:p>
            <a:pPr>
              <a:buNone/>
            </a:pPr>
            <a:r>
              <a:rPr lang="en-IN" sz="2000" dirty="0"/>
              <a:t>Identify inactive customers.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Business Insight</a:t>
            </a:r>
          </a:p>
          <a:p>
            <a:pPr>
              <a:buNone/>
            </a:pPr>
            <a:r>
              <a:rPr lang="en-IN" sz="2000" dirty="0"/>
              <a:t>No dormant accounts were identified after data cleaning and analysis.</a:t>
            </a:r>
          </a:p>
          <a:p>
            <a:pPr>
              <a:buNone/>
            </a:pPr>
            <a:r>
              <a:rPr lang="en-IN" sz="2000" dirty="0"/>
              <a:t>This indicates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Healthy customer engagement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Active banking relationships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Reliable transaction records </a:t>
            </a:r>
          </a:p>
          <a:p>
            <a:endParaRPr lang="en-IN" sz="2000" dirty="0"/>
          </a:p>
          <a:p>
            <a:pPr>
              <a:buNone/>
            </a:pPr>
            <a:r>
              <a:rPr lang="en-IN" sz="2000" b="1" dirty="0"/>
              <a:t>Recommendation</a:t>
            </a:r>
          </a:p>
          <a:p>
            <a:pPr>
              <a:buNone/>
            </a:pPr>
            <a:r>
              <a:rPr lang="en-IN" sz="2000" dirty="0"/>
              <a:t>Continue monitoring inactive accounts periodically.</a:t>
            </a:r>
          </a:p>
        </p:txBody>
      </p:sp>
    </p:spTree>
    <p:extLst>
      <p:ext uri="{BB962C8B-B14F-4D97-AF65-F5344CB8AC3E}">
        <p14:creationId xmlns:p14="http://schemas.microsoft.com/office/powerpoint/2010/main" val="32221889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376E3-4D3C-7EE8-E053-F813C0632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EA88556F-0227-DBB5-0DA3-7538A9C40D16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Transaction Trend Analysis (1/2)</a:t>
            </a:r>
            <a:endParaRPr lang="en-IN" kern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C2F4B9-B60D-4ABE-86B4-861FE9A5B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21" y="1097078"/>
            <a:ext cx="5241519" cy="26109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F783FB-109A-5B1F-B8FC-24AFABD71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35" y="3575226"/>
            <a:ext cx="5326965" cy="27120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B99C2A-01F8-97F2-77EA-49F48D091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9465" y="1137600"/>
            <a:ext cx="4925449" cy="467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2225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B4612-8243-F6A0-19CD-E0B8F6A4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A629259D-49F8-A060-0F24-8036A4657F6E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Transaction Trend Analysis (2/2)</a:t>
            </a:r>
            <a:endParaRPr lang="en-IN" kern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947CF3-9162-2334-40FF-3602F401F37A}"/>
              </a:ext>
            </a:extLst>
          </p:cNvPr>
          <p:cNvSpPr txBox="1"/>
          <p:nvPr/>
        </p:nvSpPr>
        <p:spPr>
          <a:xfrm>
            <a:off x="516261" y="1210487"/>
            <a:ext cx="895846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Business Insight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Transaction volume remains consistent throughout the year.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Interest credits represent the most frequent transaction operation.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Digital banking activity is increasing steadily.</a:t>
            </a:r>
          </a:p>
          <a:p>
            <a:endParaRPr lang="en-IN" sz="2000" dirty="0"/>
          </a:p>
          <a:p>
            <a:pPr>
              <a:buNone/>
            </a:pPr>
            <a:r>
              <a:rPr lang="en-IN" sz="2000" b="1" dirty="0"/>
              <a:t>Recommendation</a:t>
            </a:r>
          </a:p>
          <a:p>
            <a:pPr>
              <a:buNone/>
            </a:pPr>
            <a:r>
              <a:rPr lang="en-IN" sz="2000" dirty="0"/>
              <a:t>Expand digital banking services and encourage electronic payments.</a:t>
            </a:r>
          </a:p>
        </p:txBody>
      </p:sp>
    </p:spTree>
    <p:extLst>
      <p:ext uri="{BB962C8B-B14F-4D97-AF65-F5344CB8AC3E}">
        <p14:creationId xmlns:p14="http://schemas.microsoft.com/office/powerpoint/2010/main" val="11559782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80FC9-C0BF-15B4-A189-5555A7920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FC18766B-D2C8-69B6-A358-D347744345B0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Predictive Analytics (1/3)</a:t>
            </a:r>
            <a:endParaRPr lang="en-IN" kern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5BB9A-D517-9BF8-64CA-60E8ACA59FEF}"/>
              </a:ext>
            </a:extLst>
          </p:cNvPr>
          <p:cNvSpPr txBox="1"/>
          <p:nvPr/>
        </p:nvSpPr>
        <p:spPr>
          <a:xfrm>
            <a:off x="515841" y="1256870"/>
            <a:ext cx="614900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Objective</a:t>
            </a:r>
          </a:p>
          <a:p>
            <a:pPr>
              <a:buNone/>
            </a:pPr>
            <a:r>
              <a:rPr lang="en-IN" sz="2000" dirty="0"/>
              <a:t>Predict Loan Default using Machine Learning.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Model Used</a:t>
            </a:r>
          </a:p>
          <a:p>
            <a:pPr>
              <a:buNone/>
            </a:pPr>
            <a:r>
              <a:rPr lang="en-IN" sz="2000" dirty="0"/>
              <a:t>Logistic Regression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Workflow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Data Cleaning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Feature Engineering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Train-Test Split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Model Training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Model Evaluation </a:t>
            </a:r>
          </a:p>
          <a:p>
            <a:pPr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394659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A22EA-4893-EEFA-78CF-078BD0EB5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F18B36EA-82F2-202A-F4FB-360A275787DE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Predictive Analytics (2/3)</a:t>
            </a:r>
            <a:endParaRPr lang="en-IN" kern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4A34A1-8BB0-4272-E82A-8AF98C0C9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03" y="1539084"/>
            <a:ext cx="4925881" cy="20932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599EAEE-40FA-DDB8-9176-99EBDC407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902" y="1403551"/>
            <a:ext cx="5192194" cy="405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1438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F1CEB-F199-40FF-171F-AAF4CABDD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77440DB-1D37-73E0-DCFB-B6315B251FFE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Predictive Analytics (3/3)</a:t>
            </a:r>
            <a:endParaRPr lang="en-IN" kern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5AF7CF-F1F4-F2F5-0A68-501ED8422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275" y="1532283"/>
            <a:ext cx="6276905" cy="37586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EE2230-FD2B-4AD2-B390-299FE2D11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00" y="1663261"/>
            <a:ext cx="4051268" cy="360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624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8C83F-52AC-777C-A10A-F2C09AEBB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B866796-0B76-1A90-352E-E37B9D986ADA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Why Logistic Regression?</a:t>
            </a:r>
            <a:endParaRPr lang="en-IN" b="0" kern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97F1B09-5598-2D78-7D6D-2A629BCE9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004731"/>
              </p:ext>
            </p:extLst>
          </p:nvPr>
        </p:nvGraphicFramePr>
        <p:xfrm>
          <a:off x="660399" y="1395526"/>
          <a:ext cx="10675200" cy="4140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7600">
                  <a:extLst>
                    <a:ext uri="{9D8B030D-6E8A-4147-A177-3AD203B41FA5}">
                      <a16:colId xmlns:a16="http://schemas.microsoft.com/office/drawing/2014/main" val="3789393472"/>
                    </a:ext>
                  </a:extLst>
                </a:gridCol>
                <a:gridCol w="5337600">
                  <a:extLst>
                    <a:ext uri="{9D8B030D-6E8A-4147-A177-3AD203B41FA5}">
                      <a16:colId xmlns:a16="http://schemas.microsoft.com/office/drawing/2014/main" val="1846469103"/>
                    </a:ext>
                  </a:extLst>
                </a:gridCol>
              </a:tblGrid>
              <a:tr h="5923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1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1" dirty="0"/>
                        <a:t>Business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666"/>
                  </a:ext>
                </a:extLst>
              </a:tr>
              <a:tr h="3547833">
                <a:tc>
                  <a:txBody>
                    <a:bodyPr/>
                    <a:lstStyle/>
                    <a:p>
                      <a:pPr marL="457200" lvl="0" indent="-457200" algn="l">
                        <a:buFont typeface="+mj-lt"/>
                        <a:buAutoNum type="arabicPeriod"/>
                      </a:pPr>
                      <a:r>
                        <a:rPr lang="en-IN" sz="2000" dirty="0"/>
                        <a:t>Easy to interpret </a:t>
                      </a:r>
                    </a:p>
                    <a:p>
                      <a:pPr marL="457200" lvl="0" indent="-457200" algn="l">
                        <a:buFont typeface="+mj-lt"/>
                        <a:buAutoNum type="arabicPeriod"/>
                      </a:pPr>
                      <a:r>
                        <a:rPr lang="en-IN" sz="2000" dirty="0"/>
                        <a:t>Fast training </a:t>
                      </a:r>
                    </a:p>
                    <a:p>
                      <a:pPr marL="457200" lvl="0" indent="-457200" algn="l">
                        <a:buFont typeface="+mj-lt"/>
                        <a:buAutoNum type="arabicPeriod"/>
                      </a:pPr>
                      <a:r>
                        <a:rPr lang="en-IN" sz="2000" dirty="0"/>
                        <a:t>Suitable for binary classification </a:t>
                      </a:r>
                    </a:p>
                    <a:p>
                      <a:pPr marL="457200" lvl="0" indent="-457200" algn="l">
                        <a:buFont typeface="+mj-lt"/>
                        <a:buAutoNum type="arabicPeriod"/>
                      </a:pPr>
                      <a:r>
                        <a:rPr lang="en-IN" sz="2000" dirty="0"/>
                        <a:t>Low computational cost </a:t>
                      </a:r>
                    </a:p>
                    <a:p>
                      <a:pPr marL="457200" lvl="0" indent="-457200" algn="l">
                        <a:buFont typeface="+mj-lt"/>
                        <a:buAutoNum type="arabicPeriod"/>
                      </a:pPr>
                      <a:r>
                        <a:rPr lang="en-IN" sz="2000" dirty="0"/>
                        <a:t>Good baseline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lvl="0" indent="-457200" algn="l">
                        <a:buFont typeface="+mj-lt"/>
                        <a:buAutoNum type="arabicPeriod"/>
                      </a:pPr>
                      <a:r>
                        <a:rPr lang="en-IN" sz="2000" dirty="0"/>
                        <a:t>Helps the bank</a:t>
                      </a:r>
                    </a:p>
                    <a:p>
                      <a:pPr marL="457200" lvl="0" indent="-457200" algn="l">
                        <a:buFont typeface="+mj-lt"/>
                        <a:buAutoNum type="arabicPeriod"/>
                      </a:pPr>
                      <a:r>
                        <a:rPr lang="en-IN" sz="2000" dirty="0"/>
                        <a:t>Reduce loan defaults </a:t>
                      </a:r>
                    </a:p>
                    <a:p>
                      <a:pPr marL="457200" lvl="0" indent="-457200" algn="l">
                        <a:buFont typeface="+mj-lt"/>
                        <a:buAutoNum type="arabicPeriod"/>
                      </a:pPr>
                      <a:r>
                        <a:rPr lang="en-IN" sz="2000" dirty="0"/>
                        <a:t>Improve credit approval </a:t>
                      </a:r>
                    </a:p>
                    <a:p>
                      <a:pPr marL="457200" lvl="0" indent="-457200" algn="l">
                        <a:buFont typeface="+mj-lt"/>
                        <a:buAutoNum type="arabicPeriod"/>
                      </a:pPr>
                      <a:r>
                        <a:rPr lang="en-IN" sz="2000" dirty="0"/>
                        <a:t>Minimize financial risk </a:t>
                      </a:r>
                    </a:p>
                    <a:p>
                      <a:pPr marL="457200" lvl="0" indent="-457200" algn="l">
                        <a:buFont typeface="+mj-lt"/>
                        <a:buAutoNum type="arabicPeriod"/>
                      </a:pPr>
                      <a:r>
                        <a:rPr lang="en-IN" sz="2000" dirty="0"/>
                        <a:t>Increase profitability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623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8534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C4FE6-194B-F934-E890-C86925557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545C654-8A80-61C2-03CC-BC1EDCF199C9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Power BI Dashboard Overview</a:t>
            </a:r>
            <a:endParaRPr lang="en-IN" kern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219573-FD18-3202-5462-4F8792076525}"/>
              </a:ext>
            </a:extLst>
          </p:cNvPr>
          <p:cNvSpPr txBox="1"/>
          <p:nvPr/>
        </p:nvSpPr>
        <p:spPr>
          <a:xfrm>
            <a:off x="596347" y="1220642"/>
            <a:ext cx="1027043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Dashboard Pages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Customer Analytics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Loan Analytics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Transaction Analytics </a:t>
            </a:r>
          </a:p>
          <a:p>
            <a:endParaRPr lang="en-IN" sz="2000" dirty="0"/>
          </a:p>
          <a:p>
            <a:pPr>
              <a:buNone/>
            </a:pPr>
            <a:r>
              <a:rPr lang="en-IN" sz="2000" b="1" dirty="0"/>
              <a:t>Purpose</a:t>
            </a:r>
          </a:p>
          <a:p>
            <a:pPr>
              <a:buNone/>
            </a:pPr>
            <a:r>
              <a:rPr lang="en-IN" sz="2000" dirty="0"/>
              <a:t>Provide interactive monitoring of banking KPIs through dynamic filters and visualizations.</a:t>
            </a:r>
          </a:p>
        </p:txBody>
      </p:sp>
    </p:spTree>
    <p:extLst>
      <p:ext uri="{BB962C8B-B14F-4D97-AF65-F5344CB8AC3E}">
        <p14:creationId xmlns:p14="http://schemas.microsoft.com/office/powerpoint/2010/main" val="28058751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D3E27-9EE2-EDC3-A892-7406E1666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6F9129BD-BD53-AC69-5FE2-FFD832879617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Customer Dashboard (1/2)</a:t>
            </a:r>
            <a:endParaRPr lang="en-IN" kern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3FCE3B-6785-563C-68BF-33502C2D5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71" y="1137600"/>
            <a:ext cx="8932960" cy="500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4061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A64C7-86D7-3836-3C34-44EAA66FD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8E6B6B-DF3E-06FF-150A-65985BE9184F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Customer Dashboard Insights (2/2)</a:t>
            </a:r>
            <a:endParaRPr lang="en-IN" kern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FAA0E9-17C5-72FA-C0F3-EF1EFEE1A661}"/>
              </a:ext>
            </a:extLst>
          </p:cNvPr>
          <p:cNvSpPr txBox="1"/>
          <p:nvPr/>
        </p:nvSpPr>
        <p:spPr>
          <a:xfrm>
            <a:off x="608606" y="1137600"/>
            <a:ext cx="715054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/>
              <a:t>Dashboard KPIs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Total Clients </a:t>
            </a:r>
            <a:r>
              <a:rPr lang="en-IN" sz="2000" b="1" dirty="0"/>
              <a:t>5.37K</a:t>
            </a:r>
            <a:r>
              <a:rPr lang="en-IN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Average Age </a:t>
            </a:r>
            <a:r>
              <a:rPr lang="en-IN" sz="2000" b="1" dirty="0"/>
              <a:t>45</a:t>
            </a:r>
            <a:r>
              <a:rPr lang="en-IN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Female Customers </a:t>
            </a:r>
            <a:r>
              <a:rPr lang="en-IN" sz="2000" b="1" dirty="0"/>
              <a:t>49.26%</a:t>
            </a:r>
            <a:r>
              <a:rPr lang="en-IN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Account Count </a:t>
            </a:r>
            <a:r>
              <a:rPr lang="en-IN" sz="2000" b="1" dirty="0"/>
              <a:t>4.5K</a:t>
            </a:r>
            <a:r>
              <a:rPr lang="en-IN" sz="2000" dirty="0"/>
              <a:t> </a:t>
            </a:r>
          </a:p>
          <a:p>
            <a:endParaRPr lang="en-IN" sz="2000" dirty="0"/>
          </a:p>
          <a:p>
            <a:pPr>
              <a:buNone/>
            </a:pPr>
            <a:r>
              <a:rPr lang="en-IN" sz="2000" b="1" dirty="0"/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Balanced gender distribution.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Majority of customers belong to the 26–55 age group.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Savings and NRI accounts dominate customer preferences.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Prague has the highest customer concentration.</a:t>
            </a:r>
          </a:p>
        </p:txBody>
      </p:sp>
    </p:spTree>
    <p:extLst>
      <p:ext uri="{BB962C8B-B14F-4D97-AF65-F5344CB8AC3E}">
        <p14:creationId xmlns:p14="http://schemas.microsoft.com/office/powerpoint/2010/main" val="35489351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E1F51-0250-8B9B-0C41-C458C2E7A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038E2E24-9960-1CB7-CC00-08A8C156F7B3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Loan Dashboard (1/2)</a:t>
            </a:r>
            <a:endParaRPr lang="en-IN" kern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F54DDF-E06C-1E17-D058-35E853DEE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82" y="1137600"/>
            <a:ext cx="9044609" cy="509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2131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E3AE3-6AFD-2AD4-D981-CA750E337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B77642AC-4D7D-BF2E-EBD4-4C0D73E1CD89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Loan Dashboard Insights (2/2)</a:t>
            </a:r>
            <a:endParaRPr lang="en-IN" kern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400390-AEA2-1AF5-434A-A937F7291E7E}"/>
              </a:ext>
            </a:extLst>
          </p:cNvPr>
          <p:cNvSpPr txBox="1"/>
          <p:nvPr/>
        </p:nvSpPr>
        <p:spPr>
          <a:xfrm>
            <a:off x="515840" y="1241816"/>
            <a:ext cx="693850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/>
              <a:t>Dashboard KPIs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Total Loans </a:t>
            </a:r>
            <a:r>
              <a:rPr lang="en-IN" sz="2000" b="1" dirty="0"/>
              <a:t>682</a:t>
            </a:r>
            <a:r>
              <a:rPr lang="en-IN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Total Exposure </a:t>
            </a:r>
            <a:r>
              <a:rPr lang="en-IN" sz="2000" b="1" dirty="0"/>
              <a:t>103M</a:t>
            </a:r>
            <a:r>
              <a:rPr lang="en-IN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Default Rate </a:t>
            </a:r>
            <a:r>
              <a:rPr lang="en-IN" sz="2000" b="1" dirty="0"/>
              <a:t>6.6%</a:t>
            </a:r>
            <a:r>
              <a:rPr lang="en-IN" sz="2000" dirty="0"/>
              <a:t> </a:t>
            </a:r>
          </a:p>
          <a:p>
            <a:endParaRPr lang="en-IN" sz="2000" dirty="0"/>
          </a:p>
          <a:p>
            <a:pPr>
              <a:buNone/>
            </a:pPr>
            <a:r>
              <a:rPr lang="en-IN" sz="2000" b="1" dirty="0"/>
              <a:t>Key Insights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Most loans remain active.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Default percentage is relatively low.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Loan disbursement increased steadily over time.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Long-duration loans contribute most to exposure.</a:t>
            </a:r>
          </a:p>
        </p:txBody>
      </p:sp>
    </p:spTree>
    <p:extLst>
      <p:ext uri="{BB962C8B-B14F-4D97-AF65-F5344CB8AC3E}">
        <p14:creationId xmlns:p14="http://schemas.microsoft.com/office/powerpoint/2010/main" val="1810362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DA5C3-3D3F-41BD-C9DB-5CB52E8F7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0CBF1FD5-E889-DE7A-641C-5E6A3F94B41C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Transaction Dashboard (1/2)</a:t>
            </a:r>
            <a:endParaRPr lang="en-IN" kern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5A550D-E313-140F-D46C-352E4CA14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71" y="1137601"/>
            <a:ext cx="9133989" cy="509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0037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4BFCD-F027-1E42-F011-AAEB524E6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0B7D349-7A81-F082-E627-D1D4EFB8087F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Transaction Dashboard Insights (2/2)</a:t>
            </a:r>
            <a:endParaRPr lang="en-IN" kern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E617F5-A7D3-FF1E-85E4-21DC643077AD}"/>
              </a:ext>
            </a:extLst>
          </p:cNvPr>
          <p:cNvSpPr txBox="1"/>
          <p:nvPr/>
        </p:nvSpPr>
        <p:spPr>
          <a:xfrm>
            <a:off x="515841" y="1137600"/>
            <a:ext cx="740233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/>
              <a:t>Dashboard KPIs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Total Transactions </a:t>
            </a:r>
            <a:r>
              <a:rPr lang="en-IN" sz="2000" b="1" dirty="0"/>
              <a:t>400.21K</a:t>
            </a:r>
            <a:r>
              <a:rPr lang="en-IN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Total Debit </a:t>
            </a:r>
            <a:r>
              <a:rPr lang="en-IN" sz="2000" b="1" dirty="0"/>
              <a:t>3.22 Billion</a:t>
            </a:r>
            <a:r>
              <a:rPr lang="en-IN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Total Credit </a:t>
            </a:r>
            <a:r>
              <a:rPr lang="en-IN" sz="2000" b="1" dirty="0"/>
              <a:t>3.01 Billion</a:t>
            </a:r>
            <a:r>
              <a:rPr lang="en-IN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Average Transaction </a:t>
            </a:r>
            <a:r>
              <a:rPr lang="en-IN" sz="2000" b="1" dirty="0"/>
              <a:t>8.04K</a:t>
            </a:r>
            <a:r>
              <a:rPr lang="en-IN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Debit transactions slightly exceed credit transactions.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Interest credits dominate transaction operations.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Monthly transaction activity remains stable.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Customers demonstrate consistent banking activity.</a:t>
            </a:r>
          </a:p>
        </p:txBody>
      </p:sp>
    </p:spTree>
    <p:extLst>
      <p:ext uri="{BB962C8B-B14F-4D97-AF65-F5344CB8AC3E}">
        <p14:creationId xmlns:p14="http://schemas.microsoft.com/office/powerpoint/2010/main" val="11672818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B1B87-D8A1-746F-94D8-D7F95B505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C9A3224-1B63-8E12-853B-242E1B8FB812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US" kern="0" dirty="0"/>
              <a:t>Overall Business Insights</a:t>
            </a:r>
            <a:endParaRPr lang="en-IN" kern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C4AA61-437B-6E07-086B-D25F3AF0668C}"/>
              </a:ext>
            </a:extLst>
          </p:cNvPr>
          <p:cNvSpPr txBox="1"/>
          <p:nvPr/>
        </p:nvSpPr>
        <p:spPr>
          <a:xfrm>
            <a:off x="515841" y="1333843"/>
            <a:ext cx="10456960" cy="4190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/>
              <a:t>Key Findings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Customer base is mature, with an average age of </a:t>
            </a:r>
            <a:r>
              <a:rPr lang="en-IN" sz="2000" b="1" dirty="0"/>
              <a:t>45 years</a:t>
            </a:r>
            <a:r>
              <a:rPr lang="en-IN" sz="2000" dirty="0"/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Customer distribution across account types is balanced.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Prague contributes the highest number of customers.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loan portfolio is healthy, with a </a:t>
            </a:r>
            <a:r>
              <a:rPr lang="en-IN" sz="2000" b="1" dirty="0"/>
              <a:t>6.6% default rate</a:t>
            </a:r>
            <a:r>
              <a:rPr lang="en-IN" sz="2000" dirty="0"/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Banking operations are transaction-intensive, with </a:t>
            </a:r>
            <a:r>
              <a:rPr lang="en-IN" sz="2000" b="1" dirty="0"/>
              <a:t>400K+ transactions</a:t>
            </a:r>
            <a:r>
              <a:rPr lang="en-IN" sz="2000" dirty="0"/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Debit transactions exceed credits, reflecting active customer spending.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Regional analysis highlights opportunities for expansion in lower-penetration districts.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Predictive analytics can improve future lending decisions.</a:t>
            </a:r>
          </a:p>
        </p:txBody>
      </p:sp>
    </p:spTree>
    <p:extLst>
      <p:ext uri="{BB962C8B-B14F-4D97-AF65-F5344CB8AC3E}">
        <p14:creationId xmlns:p14="http://schemas.microsoft.com/office/powerpoint/2010/main" val="38490311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FB119-19EA-A8B1-C6C4-18555EABB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B1543C5-E6E4-E394-AC21-2DE3372BC160}"/>
              </a:ext>
            </a:extLst>
          </p:cNvPr>
          <p:cNvSpPr txBox="1">
            <a:spLocks/>
          </p:cNvSpPr>
          <p:nvPr/>
        </p:nvSpPr>
        <p:spPr>
          <a:xfrm>
            <a:off x="515841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Recommendations</a:t>
            </a:r>
            <a:endParaRPr lang="en-IN" kern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69DCCD-BD29-6BFB-EB3F-90C90AE58242}"/>
              </a:ext>
            </a:extLst>
          </p:cNvPr>
          <p:cNvSpPr txBox="1"/>
          <p:nvPr/>
        </p:nvSpPr>
        <p:spPr>
          <a:xfrm>
            <a:off x="563217" y="1166842"/>
            <a:ext cx="1004514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Customer Strategy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Target middle-aged customers with premium banking products.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Increase card adoption through personalized campaigns.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Strengthen customer retention initiatives.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69BB23-5D3B-B81C-3E87-DAB335DF2D87}"/>
              </a:ext>
            </a:extLst>
          </p:cNvPr>
          <p:cNvSpPr txBox="1"/>
          <p:nvPr/>
        </p:nvSpPr>
        <p:spPr>
          <a:xfrm>
            <a:off x="563216" y="2551837"/>
            <a:ext cx="70567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Credit Strategy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/>
              <a:t>Use Logistic Regression to screen high-risk loan applicants.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/>
              <a:t>Continuously monitor long-duration loans.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9B8513-A283-EE16-42B5-315716B1AC5C}"/>
              </a:ext>
            </a:extLst>
          </p:cNvPr>
          <p:cNvSpPr txBox="1"/>
          <p:nvPr/>
        </p:nvSpPr>
        <p:spPr>
          <a:xfrm>
            <a:off x="563217" y="3634818"/>
            <a:ext cx="61490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Regional Strategy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/>
              <a:t>Expand into under-served districts.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/>
              <a:t>Use district-level insights for marketing.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FA55F7-F9EA-6756-B211-C6EBC3C5CE03}"/>
              </a:ext>
            </a:extLst>
          </p:cNvPr>
          <p:cNvSpPr txBox="1"/>
          <p:nvPr/>
        </p:nvSpPr>
        <p:spPr>
          <a:xfrm>
            <a:off x="563217" y="4717799"/>
            <a:ext cx="75736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Operational Strategy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/>
              <a:t>Promote digital transactions.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/>
              <a:t>Enhance dashboard automation for real-time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568086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00A340-B1C9-E1BB-336D-CCABBB8BD46A}"/>
              </a:ext>
            </a:extLst>
          </p:cNvPr>
          <p:cNvSpPr txBox="1"/>
          <p:nvPr/>
        </p:nvSpPr>
        <p:spPr>
          <a:xfrm>
            <a:off x="3084443" y="2370605"/>
            <a:ext cx="60231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/>
              <a:t>Thank you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2934401831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Relationship Id="rId5" Type="http://schemas.microsoft.com/office/2011/relationships/webextension" Target="webextension5.xml"/><Relationship Id="rId4" Type="http://schemas.microsoft.com/office/2011/relationships/webextension" Target="webextension4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  <wetp:taskpane dockstate="right" visibility="0" width="438" row="3">
    <wetp:webextensionref xmlns:r="http://schemas.openxmlformats.org/officeDocument/2006/relationships" r:id="rId2"/>
  </wetp:taskpane>
  <wetp:taskpane dockstate="right" visibility="0" width="438" row="5">
    <wetp:webextensionref xmlns:r="http://schemas.openxmlformats.org/officeDocument/2006/relationships" r:id="rId3"/>
  </wetp:taskpane>
  <wetp:taskpane dockstate="right" visibility="0" width="438" row="8">
    <wetp:webextensionref xmlns:r="http://schemas.openxmlformats.org/officeDocument/2006/relationships" r:id="rId4"/>
  </wetp:taskpane>
  <wetp:taskpane dockstate="right" visibility="0" width="438" row="9">
    <wetp:webextensionref xmlns:r="http://schemas.openxmlformats.org/officeDocument/2006/relationships" r:id="rId5"/>
  </wetp:taskpane>
</wetp:taskpanes>
</file>

<file path=ppt/webextensions/webextension1.xml><?xml version="1.0" encoding="utf-8"?>
<we:webextension xmlns:we="http://schemas.microsoft.com/office/webextensions/webextension/2010/11" id="{21611F88-C294-4A3A-BE2A-A3C3716B52F2}">
  <we:reference id="wa104381063" version="1.0.0.1" store="en-US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29ACDE2-3D04-46E6-AD43-F358F355125E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E7C523DE-906B-4698-874C-96FAC6D5FBF8}">
  <we:reference id="wa200001409" version="2.0.0.0" store="en-US" storeType="OMEX"/>
  <we:alternateReferences>
    <we:reference id="wa200001409" version="2.0.0.0" store="wa200001409" storeType="OMEX"/>
  </we:alternateReferences>
  <we:properties/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FFD15009-2A7D-4FF4-B702-CC62B2E765E3}">
  <we:reference id="wa200005669" version="2.0.0.0" store="en-US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BB3F6B1D-5D2A-40E2-9252-BF2D79B03057}">
  <we:reference id="wa200000113" version="1.0.0.0" store="en-US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15958</TotalTime>
  <Words>2191</Words>
  <Application>Microsoft Office PowerPoint</Application>
  <PresentationFormat>Widescreen</PresentationFormat>
  <Paragraphs>454</Paragraphs>
  <Slides>51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51</vt:i4>
      </vt:variant>
    </vt:vector>
  </HeadingPairs>
  <TitlesOfParts>
    <vt:vector size="62" baseType="lpstr">
      <vt:lpstr>Aptos</vt:lpstr>
      <vt:lpstr>Aptos Display</vt:lpstr>
      <vt:lpstr>Arial</vt:lpstr>
      <vt:lpstr>Calibri</vt:lpstr>
      <vt:lpstr>Open Sans</vt:lpstr>
      <vt:lpstr>PT Sans Narrow</vt:lpstr>
      <vt:lpstr>Raleway</vt:lpstr>
      <vt:lpstr>Wingdings</vt:lpstr>
      <vt:lpstr>Tropic</vt:lpstr>
      <vt:lpstr>Office Theme</vt:lpstr>
      <vt:lpstr>1_Office Theme</vt:lpstr>
      <vt:lpstr>PowerPoint Presentation</vt:lpstr>
      <vt:lpstr>Project Overview</vt:lpstr>
      <vt:lpstr>Business Context</vt:lpstr>
      <vt:lpstr>Business Objectives</vt:lpstr>
      <vt:lpstr>Technology Stack</vt:lpstr>
      <vt:lpstr>Available Data Sources</vt:lpstr>
      <vt:lpstr>PowerPoint Presentation</vt:lpstr>
      <vt:lpstr>PowerPoint Presentation</vt:lpstr>
      <vt:lpstr>ER Diagram</vt:lpstr>
      <vt:lpstr>PowerPoint Presentation</vt:lpstr>
      <vt:lpstr>Data Discrepencies (1/2)</vt:lpstr>
      <vt:lpstr>Data Discrepencies(2/2)</vt:lpstr>
      <vt:lpstr>Recommendations for Data Cleaning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oorja gund</dc:creator>
  <cp:lastModifiedBy>Aakash kumar</cp:lastModifiedBy>
  <cp:revision>612</cp:revision>
  <dcterms:created xsi:type="dcterms:W3CDTF">2025-04-04T02:52:34Z</dcterms:created>
  <dcterms:modified xsi:type="dcterms:W3CDTF">2026-07-01T11:07:35Z</dcterms:modified>
</cp:coreProperties>
</file>