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1119" r:id="rId2"/>
    <p:sldId id="1497" r:id="rId3"/>
    <p:sldId id="1518" r:id="rId4"/>
    <p:sldId id="1519" r:id="rId5"/>
    <p:sldId id="1503" r:id="rId6"/>
    <p:sldId id="1520" r:id="rId7"/>
    <p:sldId id="1506" r:id="rId8"/>
    <p:sldId id="1521" r:id="rId9"/>
    <p:sldId id="1505" r:id="rId10"/>
    <p:sldId id="1508" r:id="rId11"/>
    <p:sldId id="1522" r:id="rId12"/>
    <p:sldId id="1523" r:id="rId13"/>
    <p:sldId id="1526" r:id="rId14"/>
    <p:sldId id="1527" r:id="rId15"/>
    <p:sldId id="1511" r:id="rId16"/>
    <p:sldId id="1528" r:id="rId17"/>
    <p:sldId id="1529" r:id="rId18"/>
    <p:sldId id="1530" r:id="rId19"/>
    <p:sldId id="151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8090"/>
    <a:srgbClr val="4D4D4D"/>
    <a:srgbClr val="000000"/>
    <a:srgbClr val="2CB22F"/>
    <a:srgbClr val="AEFCFC"/>
    <a:srgbClr val="E0C1FF"/>
    <a:srgbClr val="CC99FF"/>
    <a:srgbClr val="00589A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B3FF6E-9745-CE23-4D92-DAFD3E119D36}" v="3340" dt="2026-05-05T22:31:49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0" autoAdjust="0"/>
    <p:restoredTop sz="95226" autoAdjust="0"/>
  </p:normalViewPr>
  <p:slideViewPr>
    <p:cSldViewPr snapToGrid="0">
      <p:cViewPr varScale="1">
        <p:scale>
          <a:sx n="115" d="100"/>
          <a:sy n="115" d="100"/>
        </p:scale>
        <p:origin x="78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 balyan" userId="b58c3dbcc75ad324" providerId="Windows Live" clId="Web-{B0B3FF6E-9745-CE23-4D92-DAFD3E119D36}"/>
    <pc:docChg chg="addSld delSld modSld">
      <pc:chgData name="dev balyan" userId="b58c3dbcc75ad324" providerId="Windows Live" clId="Web-{B0B3FF6E-9745-CE23-4D92-DAFD3E119D36}" dt="2026-05-05T22:31:49.813" v="2357" actId="1076"/>
      <pc:docMkLst>
        <pc:docMk/>
      </pc:docMkLst>
      <pc:sldChg chg="del">
        <pc:chgData name="dev balyan" userId="b58c3dbcc75ad324" providerId="Windows Live" clId="Web-{B0B3FF6E-9745-CE23-4D92-DAFD3E119D36}" dt="2026-05-05T21:04:58.567" v="39"/>
        <pc:sldMkLst>
          <pc:docMk/>
          <pc:sldMk cId="3656772840" sldId="301"/>
        </pc:sldMkLst>
      </pc:sldChg>
      <pc:sldChg chg="modSp">
        <pc:chgData name="dev balyan" userId="b58c3dbcc75ad324" providerId="Windows Live" clId="Web-{B0B3FF6E-9745-CE23-4D92-DAFD3E119D36}" dt="2026-05-05T21:03:28.767" v="36" actId="14100"/>
        <pc:sldMkLst>
          <pc:docMk/>
          <pc:sldMk cId="3071345316" sldId="1119"/>
        </pc:sldMkLst>
        <pc:spChg chg="mod">
          <ac:chgData name="dev balyan" userId="b58c3dbcc75ad324" providerId="Windows Live" clId="Web-{B0B3FF6E-9745-CE23-4D92-DAFD3E119D36}" dt="2026-05-05T21:03:28.767" v="36" actId="14100"/>
          <ac:spMkLst>
            <pc:docMk/>
            <pc:sldMk cId="3071345316" sldId="1119"/>
            <ac:spMk id="2" creationId="{566CF642-B155-3EAA-0E23-97793C0E3936}"/>
          </ac:spMkLst>
        </pc:spChg>
      </pc:sldChg>
      <pc:sldChg chg="del">
        <pc:chgData name="dev balyan" userId="b58c3dbcc75ad324" providerId="Windows Live" clId="Web-{B0B3FF6E-9745-CE23-4D92-DAFD3E119D36}" dt="2026-05-05T21:04:53.035" v="38"/>
        <pc:sldMkLst>
          <pc:docMk/>
          <pc:sldMk cId="2708497484" sldId="1496"/>
        </pc:sldMkLst>
      </pc:sldChg>
      <pc:sldChg chg="add">
        <pc:chgData name="dev balyan" userId="b58c3dbcc75ad324" providerId="Windows Live" clId="Web-{B0B3FF6E-9745-CE23-4D92-DAFD3E119D36}" dt="2026-05-05T21:04:50.441" v="37"/>
        <pc:sldMkLst>
          <pc:docMk/>
          <pc:sldMk cId="2867987116" sldId="1497"/>
        </pc:sldMkLst>
      </pc:sldChg>
      <pc:sldChg chg="add">
        <pc:chgData name="dev balyan" userId="b58c3dbcc75ad324" providerId="Windows Live" clId="Web-{B0B3FF6E-9745-CE23-4D92-DAFD3E119D36}" dt="2026-05-05T21:05:11.411" v="40"/>
        <pc:sldMkLst>
          <pc:docMk/>
          <pc:sldMk cId="3812444089" sldId="1503"/>
        </pc:sldMkLst>
      </pc:sldChg>
      <pc:sldChg chg="addSp delSp modSp new">
        <pc:chgData name="dev balyan" userId="b58c3dbcc75ad324" providerId="Windows Live" clId="Web-{B0B3FF6E-9745-CE23-4D92-DAFD3E119D36}" dt="2026-05-05T21:34:07.969" v="967" actId="20577"/>
        <pc:sldMkLst>
          <pc:docMk/>
          <pc:sldMk cId="3122658473" sldId="1504"/>
        </pc:sldMkLst>
        <pc:spChg chg="mod">
          <ac:chgData name="dev balyan" userId="b58c3dbcc75ad324" providerId="Windows Live" clId="Web-{B0B3FF6E-9745-CE23-4D92-DAFD3E119D36}" dt="2026-05-05T21:08:50.026" v="46" actId="1076"/>
          <ac:spMkLst>
            <pc:docMk/>
            <pc:sldMk cId="3122658473" sldId="1504"/>
            <ac:spMk id="2" creationId="{0AFB1A2D-C1BE-A869-CE23-ACB7026314AF}"/>
          </ac:spMkLst>
        </pc:spChg>
        <pc:spChg chg="mod">
          <ac:chgData name="dev balyan" userId="b58c3dbcc75ad324" providerId="Windows Live" clId="Web-{B0B3FF6E-9745-CE23-4D92-DAFD3E119D36}" dt="2026-05-05T21:08:37.525" v="43" actId="1076"/>
          <ac:spMkLst>
            <pc:docMk/>
            <pc:sldMk cId="3122658473" sldId="1504"/>
            <ac:spMk id="3" creationId="{E512C634-6D44-CF22-11E6-1EC7B710DED3}"/>
          </ac:spMkLst>
        </pc:spChg>
        <pc:spChg chg="add del mod">
          <ac:chgData name="dev balyan" userId="b58c3dbcc75ad324" providerId="Windows Live" clId="Web-{B0B3FF6E-9745-CE23-4D92-DAFD3E119D36}" dt="2026-05-05T21:33:14.509" v="956"/>
          <ac:spMkLst>
            <pc:docMk/>
            <pc:sldMk cId="3122658473" sldId="1504"/>
            <ac:spMk id="7" creationId="{50B0F57D-C0FE-FEFD-094B-8456623EA178}"/>
          </ac:spMkLst>
        </pc:spChg>
        <pc:spChg chg="add mod">
          <ac:chgData name="dev balyan" userId="b58c3dbcc75ad324" providerId="Windows Live" clId="Web-{B0B3FF6E-9745-CE23-4D92-DAFD3E119D36}" dt="2026-05-05T21:34:07.969" v="967" actId="20577"/>
          <ac:spMkLst>
            <pc:docMk/>
            <pc:sldMk cId="3122658473" sldId="1504"/>
            <ac:spMk id="8" creationId="{508A5730-B0A1-4D06-6582-DF004BF12479}"/>
          </ac:spMkLst>
        </pc:spChg>
        <pc:graphicFrameChg chg="add mod modGraphic">
          <ac:chgData name="dev balyan" userId="b58c3dbcc75ad324" providerId="Windows Live" clId="Web-{B0B3FF6E-9745-CE23-4D92-DAFD3E119D36}" dt="2026-05-05T21:10:54.560" v="114" actId="1076"/>
          <ac:graphicFrameMkLst>
            <pc:docMk/>
            <pc:sldMk cId="3122658473" sldId="1504"/>
            <ac:graphicFrameMk id="4" creationId="{52E5D811-5B6E-323E-F74F-49DB1C965C51}"/>
          </ac:graphicFrameMkLst>
        </pc:graphicFrameChg>
        <pc:graphicFrameChg chg="add mod modGraphic">
          <ac:chgData name="dev balyan" userId="b58c3dbcc75ad324" providerId="Windows Live" clId="Web-{B0B3FF6E-9745-CE23-4D92-DAFD3E119D36}" dt="2026-05-05T21:14:34.264" v="459"/>
          <ac:graphicFrameMkLst>
            <pc:docMk/>
            <pc:sldMk cId="3122658473" sldId="1504"/>
            <ac:graphicFrameMk id="5" creationId="{77F66F1F-6FF3-E131-9C07-260DDE3C3055}"/>
          </ac:graphicFrameMkLst>
        </pc:graphicFrameChg>
        <pc:graphicFrameChg chg="add mod modGraphic">
          <ac:chgData name="dev balyan" userId="b58c3dbcc75ad324" providerId="Windows Live" clId="Web-{B0B3FF6E-9745-CE23-4D92-DAFD3E119D36}" dt="2026-05-05T21:16:23.329" v="593"/>
          <ac:graphicFrameMkLst>
            <pc:docMk/>
            <pc:sldMk cId="3122658473" sldId="1504"/>
            <ac:graphicFrameMk id="6" creationId="{BF2DA141-7A3A-20B7-CB3D-C38DB333E2AB}"/>
          </ac:graphicFrameMkLst>
        </pc:graphicFrameChg>
      </pc:sldChg>
      <pc:sldChg chg="addSp delSp modSp new">
        <pc:chgData name="dev balyan" userId="b58c3dbcc75ad324" providerId="Windows Live" clId="Web-{B0B3FF6E-9745-CE23-4D92-DAFD3E119D36}" dt="2026-05-05T21:26:15.301" v="799" actId="20577"/>
        <pc:sldMkLst>
          <pc:docMk/>
          <pc:sldMk cId="3677041360" sldId="1505"/>
        </pc:sldMkLst>
        <pc:spChg chg="mod">
          <ac:chgData name="dev balyan" userId="b58c3dbcc75ad324" providerId="Windows Live" clId="Web-{B0B3FF6E-9745-CE23-4D92-DAFD3E119D36}" dt="2026-05-05T21:18:18.789" v="614" actId="1076"/>
          <ac:spMkLst>
            <pc:docMk/>
            <pc:sldMk cId="3677041360" sldId="1505"/>
            <ac:spMk id="2" creationId="{BD0F7B4C-B2E9-F257-D797-3CDE6210D11B}"/>
          </ac:spMkLst>
        </pc:spChg>
        <pc:spChg chg="mod">
          <ac:chgData name="dev balyan" userId="b58c3dbcc75ad324" providerId="Windows Live" clId="Web-{B0B3FF6E-9745-CE23-4D92-DAFD3E119D36}" dt="2026-05-05T21:18:13.398" v="612" actId="1076"/>
          <ac:spMkLst>
            <pc:docMk/>
            <pc:sldMk cId="3677041360" sldId="1505"/>
            <ac:spMk id="3" creationId="{FFBB3BB1-3152-00E0-6B26-510C5A963E61}"/>
          </ac:spMkLst>
        </pc:spChg>
        <pc:spChg chg="add del mod">
          <ac:chgData name="dev balyan" userId="b58c3dbcc75ad324" providerId="Windows Live" clId="Web-{B0B3FF6E-9745-CE23-4D92-DAFD3E119D36}" dt="2026-05-05T21:18:49.431" v="617"/>
          <ac:spMkLst>
            <pc:docMk/>
            <pc:sldMk cId="3677041360" sldId="1505"/>
            <ac:spMk id="4" creationId="{1AEE3B17-2DFB-2643-8E57-2E8358B4E8E7}"/>
          </ac:spMkLst>
        </pc:spChg>
        <pc:spChg chg="add del mod">
          <ac:chgData name="dev balyan" userId="b58c3dbcc75ad324" providerId="Windows Live" clId="Web-{B0B3FF6E-9745-CE23-4D92-DAFD3E119D36}" dt="2026-05-05T21:19:55.168" v="634"/>
          <ac:spMkLst>
            <pc:docMk/>
            <pc:sldMk cId="3677041360" sldId="1505"/>
            <ac:spMk id="5" creationId="{2B41B44D-F021-2F2C-45E2-4EBB3F807B4C}"/>
          </ac:spMkLst>
        </pc:spChg>
        <pc:spChg chg="add del mod">
          <ac:chgData name="dev balyan" userId="b58c3dbcc75ad324" providerId="Windows Live" clId="Web-{B0B3FF6E-9745-CE23-4D92-DAFD3E119D36}" dt="2026-05-05T21:20:14.778" v="638"/>
          <ac:spMkLst>
            <pc:docMk/>
            <pc:sldMk cId="3677041360" sldId="1505"/>
            <ac:spMk id="6" creationId="{FCE64C7B-CDC8-BBB4-3218-DE8DBA6396DB}"/>
          </ac:spMkLst>
        </pc:spChg>
        <pc:spChg chg="add del mod">
          <ac:chgData name="dev balyan" userId="b58c3dbcc75ad324" providerId="Windows Live" clId="Web-{B0B3FF6E-9745-CE23-4D92-DAFD3E119D36}" dt="2026-05-05T21:20:42.794" v="642"/>
          <ac:spMkLst>
            <pc:docMk/>
            <pc:sldMk cId="3677041360" sldId="1505"/>
            <ac:spMk id="7" creationId="{95DFDAAA-0447-FC45-80E9-51A9650715E8}"/>
          </ac:spMkLst>
        </pc:spChg>
        <pc:spChg chg="add mod">
          <ac:chgData name="dev balyan" userId="b58c3dbcc75ad324" providerId="Windows Live" clId="Web-{B0B3FF6E-9745-CE23-4D92-DAFD3E119D36}" dt="2026-05-05T21:21:29.608" v="658" actId="1076"/>
          <ac:spMkLst>
            <pc:docMk/>
            <pc:sldMk cId="3677041360" sldId="1505"/>
            <ac:spMk id="8" creationId="{E7295556-C540-CE48-8175-5CE3F8299BE5}"/>
          </ac:spMkLst>
        </pc:spChg>
        <pc:spChg chg="add mod">
          <ac:chgData name="dev balyan" userId="b58c3dbcc75ad324" providerId="Windows Live" clId="Web-{B0B3FF6E-9745-CE23-4D92-DAFD3E119D36}" dt="2026-05-05T21:23:25.251" v="723" actId="20577"/>
          <ac:spMkLst>
            <pc:docMk/>
            <pc:sldMk cId="3677041360" sldId="1505"/>
            <ac:spMk id="9" creationId="{209E57DE-FD7F-ABD3-1E6E-9F9A856D9A7B}"/>
          </ac:spMkLst>
        </pc:spChg>
        <pc:spChg chg="add mod">
          <ac:chgData name="dev balyan" userId="b58c3dbcc75ad324" providerId="Windows Live" clId="Web-{B0B3FF6E-9745-CE23-4D92-DAFD3E119D36}" dt="2026-05-05T21:26:15.301" v="799" actId="20577"/>
          <ac:spMkLst>
            <pc:docMk/>
            <pc:sldMk cId="3677041360" sldId="1505"/>
            <ac:spMk id="10" creationId="{152C0BE2-FEFF-9ECC-A855-27564E6AE131}"/>
          </ac:spMkLst>
        </pc:spChg>
      </pc:sldChg>
      <pc:sldChg chg="addSp modSp new">
        <pc:chgData name="dev balyan" userId="b58c3dbcc75ad324" providerId="Windows Live" clId="Web-{B0B3FF6E-9745-CE23-4D92-DAFD3E119D36}" dt="2026-05-05T21:31:44.085" v="946"/>
        <pc:sldMkLst>
          <pc:docMk/>
          <pc:sldMk cId="2720112172" sldId="1506"/>
        </pc:sldMkLst>
        <pc:spChg chg="mod">
          <ac:chgData name="dev balyan" userId="b58c3dbcc75ad324" providerId="Windows Live" clId="Web-{B0B3FF6E-9745-CE23-4D92-DAFD3E119D36}" dt="2026-05-05T21:26:55.223" v="803" actId="1076"/>
          <ac:spMkLst>
            <pc:docMk/>
            <pc:sldMk cId="2720112172" sldId="1506"/>
            <ac:spMk id="2" creationId="{A13AE250-4D41-3CF4-6C8F-7B7432936E4E}"/>
          </ac:spMkLst>
        </pc:spChg>
        <pc:spChg chg="mod">
          <ac:chgData name="dev balyan" userId="b58c3dbcc75ad324" providerId="Windows Live" clId="Web-{B0B3FF6E-9745-CE23-4D92-DAFD3E119D36}" dt="2026-05-05T21:26:46.692" v="801" actId="1076"/>
          <ac:spMkLst>
            <pc:docMk/>
            <pc:sldMk cId="2720112172" sldId="1506"/>
            <ac:spMk id="3" creationId="{B36A2300-4924-AEE3-D740-61DF96A73AD5}"/>
          </ac:spMkLst>
        </pc:spChg>
        <pc:spChg chg="add mod">
          <ac:chgData name="dev balyan" userId="b58c3dbcc75ad324" providerId="Windows Live" clId="Web-{B0B3FF6E-9745-CE23-4D92-DAFD3E119D36}" dt="2026-05-05T21:28:19.443" v="831" actId="1076"/>
          <ac:spMkLst>
            <pc:docMk/>
            <pc:sldMk cId="2720112172" sldId="1506"/>
            <ac:spMk id="4" creationId="{5A756A46-5E0F-CAE1-40B9-2D7E95126A30}"/>
          </ac:spMkLst>
        </pc:spChg>
        <pc:spChg chg="add mod">
          <ac:chgData name="dev balyan" userId="b58c3dbcc75ad324" providerId="Windows Live" clId="Web-{B0B3FF6E-9745-CE23-4D92-DAFD3E119D36}" dt="2026-05-05T21:28:25.459" v="832" actId="1076"/>
          <ac:spMkLst>
            <pc:docMk/>
            <pc:sldMk cId="2720112172" sldId="1506"/>
            <ac:spMk id="5" creationId="{D6AC9CF6-1924-45FB-2E9D-5C7382E7AB90}"/>
          </ac:spMkLst>
        </pc:spChg>
        <pc:spChg chg="add mod">
          <ac:chgData name="dev balyan" userId="b58c3dbcc75ad324" providerId="Windows Live" clId="Web-{B0B3FF6E-9745-CE23-4D92-DAFD3E119D36}" dt="2026-05-05T21:31:14.429" v="943" actId="20577"/>
          <ac:spMkLst>
            <pc:docMk/>
            <pc:sldMk cId="2720112172" sldId="1506"/>
            <ac:spMk id="6" creationId="{83BD79CF-F435-E18A-12D2-55E6F5F15712}"/>
          </ac:spMkLst>
        </pc:spChg>
        <pc:spChg chg="add mod">
          <ac:chgData name="dev balyan" userId="b58c3dbcc75ad324" providerId="Windows Live" clId="Web-{B0B3FF6E-9745-CE23-4D92-DAFD3E119D36}" dt="2026-05-05T21:31:12.726" v="942" actId="20577"/>
          <ac:spMkLst>
            <pc:docMk/>
            <pc:sldMk cId="2720112172" sldId="1506"/>
            <ac:spMk id="7" creationId="{6AF574F8-FD86-A330-3644-7D14AE01E4B8}"/>
          </ac:spMkLst>
        </pc:spChg>
        <pc:spChg chg="add mod">
          <ac:chgData name="dev balyan" userId="b58c3dbcc75ad324" providerId="Windows Live" clId="Web-{B0B3FF6E-9745-CE23-4D92-DAFD3E119D36}" dt="2026-05-05T21:31:44.085" v="946"/>
          <ac:spMkLst>
            <pc:docMk/>
            <pc:sldMk cId="2720112172" sldId="1506"/>
            <ac:spMk id="8" creationId="{1D07E0A9-D5D9-0961-C968-4763E13BEB8F}"/>
          </ac:spMkLst>
        </pc:spChg>
      </pc:sldChg>
      <pc:sldChg chg="addSp delSp modSp new">
        <pc:chgData name="dev balyan" userId="b58c3dbcc75ad324" providerId="Windows Live" clId="Web-{B0B3FF6E-9745-CE23-4D92-DAFD3E119D36}" dt="2026-05-05T21:52:13.702" v="1461" actId="1076"/>
        <pc:sldMkLst>
          <pc:docMk/>
          <pc:sldMk cId="2941703714" sldId="1507"/>
        </pc:sldMkLst>
        <pc:spChg chg="mod">
          <ac:chgData name="dev balyan" userId="b58c3dbcc75ad324" providerId="Windows Live" clId="Web-{B0B3FF6E-9745-CE23-4D92-DAFD3E119D36}" dt="2026-05-05T21:33:00.429" v="952" actId="1076"/>
          <ac:spMkLst>
            <pc:docMk/>
            <pc:sldMk cId="2941703714" sldId="1507"/>
            <ac:spMk id="2" creationId="{286C09C8-629C-723B-672E-79AE121F9C0C}"/>
          </ac:spMkLst>
        </pc:spChg>
        <pc:spChg chg="mod">
          <ac:chgData name="dev balyan" userId="b58c3dbcc75ad324" providerId="Windows Live" clId="Web-{B0B3FF6E-9745-CE23-4D92-DAFD3E119D36}" dt="2026-05-05T21:32:39.429" v="949" actId="1076"/>
          <ac:spMkLst>
            <pc:docMk/>
            <pc:sldMk cId="2941703714" sldId="1507"/>
            <ac:spMk id="3" creationId="{D6AD0915-0785-3781-DAF3-233793A11714}"/>
          </ac:spMkLst>
        </pc:spChg>
        <pc:spChg chg="add mod">
          <ac:chgData name="dev balyan" userId="b58c3dbcc75ad324" providerId="Windows Live" clId="Web-{B0B3FF6E-9745-CE23-4D92-DAFD3E119D36}" dt="2026-05-05T21:38:19.238" v="1071" actId="1076"/>
          <ac:spMkLst>
            <pc:docMk/>
            <pc:sldMk cId="2941703714" sldId="1507"/>
            <ac:spMk id="4" creationId="{0AC919E9-2C10-CC57-066A-197F9D8E884D}"/>
          </ac:spMkLst>
        </pc:spChg>
        <pc:spChg chg="add mod">
          <ac:chgData name="dev balyan" userId="b58c3dbcc75ad324" providerId="Windows Live" clId="Web-{B0B3FF6E-9745-CE23-4D92-DAFD3E119D36}" dt="2026-05-05T21:51:46.059" v="1457" actId="1076"/>
          <ac:spMkLst>
            <pc:docMk/>
            <pc:sldMk cId="2941703714" sldId="1507"/>
            <ac:spMk id="5" creationId="{B68596CE-5EE1-3953-E4B8-9E64A8728DA1}"/>
          </ac:spMkLst>
        </pc:spChg>
        <pc:spChg chg="add mod">
          <ac:chgData name="dev balyan" userId="b58c3dbcc75ad324" providerId="Windows Live" clId="Web-{B0B3FF6E-9745-CE23-4D92-DAFD3E119D36}" dt="2026-05-05T21:51:51.638" v="1458" actId="1076"/>
          <ac:spMkLst>
            <pc:docMk/>
            <pc:sldMk cId="2941703714" sldId="1507"/>
            <ac:spMk id="6" creationId="{222A360E-0ECD-DBB2-DFA1-DFF3F47411E0}"/>
          </ac:spMkLst>
        </pc:spChg>
        <pc:spChg chg="add mod">
          <ac:chgData name="dev balyan" userId="b58c3dbcc75ad324" providerId="Windows Live" clId="Web-{B0B3FF6E-9745-CE23-4D92-DAFD3E119D36}" dt="2026-05-05T21:51:56.825" v="1459" actId="1076"/>
          <ac:spMkLst>
            <pc:docMk/>
            <pc:sldMk cId="2941703714" sldId="1507"/>
            <ac:spMk id="7" creationId="{437285F2-6998-4D93-028F-B426FFD185D8}"/>
          </ac:spMkLst>
        </pc:spChg>
        <pc:spChg chg="add mod">
          <ac:chgData name="dev balyan" userId="b58c3dbcc75ad324" providerId="Windows Live" clId="Web-{B0B3FF6E-9745-CE23-4D92-DAFD3E119D36}" dt="2026-05-05T21:52:03.107" v="1460" actId="1076"/>
          <ac:spMkLst>
            <pc:docMk/>
            <pc:sldMk cId="2941703714" sldId="1507"/>
            <ac:spMk id="8" creationId="{BACAAD6D-4138-72E3-3AAD-BCDAB7B8ED92}"/>
          </ac:spMkLst>
        </pc:spChg>
        <pc:spChg chg="add mod">
          <ac:chgData name="dev balyan" userId="b58c3dbcc75ad324" providerId="Windows Live" clId="Web-{B0B3FF6E-9745-CE23-4D92-DAFD3E119D36}" dt="2026-05-05T21:51:40.465" v="1456" actId="1076"/>
          <ac:spMkLst>
            <pc:docMk/>
            <pc:sldMk cId="2941703714" sldId="1507"/>
            <ac:spMk id="9" creationId="{C21F7741-2845-F81B-2E65-1687AE75DA76}"/>
          </ac:spMkLst>
        </pc:spChg>
        <pc:spChg chg="add del">
          <ac:chgData name="dev balyan" userId="b58c3dbcc75ad324" providerId="Windows Live" clId="Web-{B0B3FF6E-9745-CE23-4D92-DAFD3E119D36}" dt="2026-05-05T21:43:26.436" v="1224"/>
          <ac:spMkLst>
            <pc:docMk/>
            <pc:sldMk cId="2941703714" sldId="1507"/>
            <ac:spMk id="10" creationId="{361D558F-ABDD-9D75-1CB2-DF324FB0675C}"/>
          </ac:spMkLst>
        </pc:spChg>
        <pc:spChg chg="add mod">
          <ac:chgData name="dev balyan" userId="b58c3dbcc75ad324" providerId="Windows Live" clId="Web-{B0B3FF6E-9745-CE23-4D92-DAFD3E119D36}" dt="2026-05-05T21:52:13.702" v="1461" actId="1076"/>
          <ac:spMkLst>
            <pc:docMk/>
            <pc:sldMk cId="2941703714" sldId="1507"/>
            <ac:spMk id="11" creationId="{214280FD-4F17-5314-EDB3-6F6FF44E14AB}"/>
          </ac:spMkLst>
        </pc:spChg>
        <pc:spChg chg="add del mod">
          <ac:chgData name="dev balyan" userId="b58c3dbcc75ad324" providerId="Windows Live" clId="Web-{B0B3FF6E-9745-CE23-4D92-DAFD3E119D36}" dt="2026-05-05T21:46:21.157" v="1288"/>
          <ac:spMkLst>
            <pc:docMk/>
            <pc:sldMk cId="2941703714" sldId="1507"/>
            <ac:spMk id="12" creationId="{AF1D627F-2F49-2FCB-8373-3C370133FE4B}"/>
          </ac:spMkLst>
        </pc:spChg>
        <pc:spChg chg="add mod">
          <ac:chgData name="dev balyan" userId="b58c3dbcc75ad324" providerId="Windows Live" clId="Web-{B0B3FF6E-9745-CE23-4D92-DAFD3E119D36}" dt="2026-05-05T21:51:34.652" v="1455" actId="1076"/>
          <ac:spMkLst>
            <pc:docMk/>
            <pc:sldMk cId="2941703714" sldId="1507"/>
            <ac:spMk id="13" creationId="{078B9625-E83A-7DA5-3CC1-A879D597E4CF}"/>
          </ac:spMkLst>
        </pc:spChg>
        <pc:spChg chg="add mod">
          <ac:chgData name="dev balyan" userId="b58c3dbcc75ad324" providerId="Windows Live" clId="Web-{B0B3FF6E-9745-CE23-4D92-DAFD3E119D36}" dt="2026-05-05T21:51:17.791" v="1453" actId="1076"/>
          <ac:spMkLst>
            <pc:docMk/>
            <pc:sldMk cId="2941703714" sldId="1507"/>
            <ac:spMk id="14" creationId="{36C9DFB5-C65A-5EB4-6A68-10025D672354}"/>
          </ac:spMkLst>
        </pc:spChg>
      </pc:sldChg>
      <pc:sldChg chg="addSp modSp new">
        <pc:chgData name="dev balyan" userId="b58c3dbcc75ad324" providerId="Windows Live" clId="Web-{B0B3FF6E-9745-CE23-4D92-DAFD3E119D36}" dt="2026-05-05T21:51:03.634" v="1452"/>
        <pc:sldMkLst>
          <pc:docMk/>
          <pc:sldMk cId="2021332467" sldId="1508"/>
        </pc:sldMkLst>
        <pc:spChg chg="mod">
          <ac:chgData name="dev balyan" userId="b58c3dbcc75ad324" providerId="Windows Live" clId="Web-{B0B3FF6E-9745-CE23-4D92-DAFD3E119D36}" dt="2026-05-05T21:47:56.736" v="1335" actId="1076"/>
          <ac:spMkLst>
            <pc:docMk/>
            <pc:sldMk cId="2021332467" sldId="1508"/>
            <ac:spMk id="2" creationId="{556A68F8-BC7F-8ED9-053B-DEB6F382E154}"/>
          </ac:spMkLst>
        </pc:spChg>
        <pc:spChg chg="mod">
          <ac:chgData name="dev balyan" userId="b58c3dbcc75ad324" providerId="Windows Live" clId="Web-{B0B3FF6E-9745-CE23-4D92-DAFD3E119D36}" dt="2026-05-05T21:47:43.814" v="1333" actId="1076"/>
          <ac:spMkLst>
            <pc:docMk/>
            <pc:sldMk cId="2021332467" sldId="1508"/>
            <ac:spMk id="3" creationId="{A37652E7-972B-2952-3F09-A7B00781AFDC}"/>
          </ac:spMkLst>
        </pc:spChg>
        <pc:spChg chg="add mod">
          <ac:chgData name="dev balyan" userId="b58c3dbcc75ad324" providerId="Windows Live" clId="Web-{B0B3FF6E-9745-CE23-4D92-DAFD3E119D36}" dt="2026-05-05T21:48:54.190" v="1350" actId="1076"/>
          <ac:spMkLst>
            <pc:docMk/>
            <pc:sldMk cId="2021332467" sldId="1508"/>
            <ac:spMk id="4" creationId="{2CFA5899-A261-6988-2E63-72328B722906}"/>
          </ac:spMkLst>
        </pc:spChg>
        <pc:spChg chg="add mod">
          <ac:chgData name="dev balyan" userId="b58c3dbcc75ad324" providerId="Windows Live" clId="Web-{B0B3FF6E-9745-CE23-4D92-DAFD3E119D36}" dt="2026-05-05T21:50:41.522" v="1449" actId="20577"/>
          <ac:spMkLst>
            <pc:docMk/>
            <pc:sldMk cId="2021332467" sldId="1508"/>
            <ac:spMk id="5" creationId="{F82414D7-2C5A-EBF2-25B6-8A0FBE91BE58}"/>
          </ac:spMkLst>
        </pc:spChg>
        <pc:spChg chg="add mod">
          <ac:chgData name="dev balyan" userId="b58c3dbcc75ad324" providerId="Windows Live" clId="Web-{B0B3FF6E-9745-CE23-4D92-DAFD3E119D36}" dt="2026-05-05T21:51:03.634" v="1452"/>
          <ac:spMkLst>
            <pc:docMk/>
            <pc:sldMk cId="2021332467" sldId="1508"/>
            <ac:spMk id="6" creationId="{EB978DE6-62AC-1298-ECC5-8041A67A4AA2}"/>
          </ac:spMkLst>
        </pc:spChg>
      </pc:sldChg>
      <pc:sldChg chg="addSp modSp new">
        <pc:chgData name="dev balyan" userId="b58c3dbcc75ad324" providerId="Windows Live" clId="Web-{B0B3FF6E-9745-CE23-4D92-DAFD3E119D36}" dt="2026-05-05T21:59:08.327" v="1647"/>
        <pc:sldMkLst>
          <pc:docMk/>
          <pc:sldMk cId="1336369026" sldId="1509"/>
        </pc:sldMkLst>
        <pc:spChg chg="mod">
          <ac:chgData name="dev balyan" userId="b58c3dbcc75ad324" providerId="Windows Live" clId="Web-{B0B3FF6E-9745-CE23-4D92-DAFD3E119D36}" dt="2026-05-05T21:53:07.689" v="1466" actId="1076"/>
          <ac:spMkLst>
            <pc:docMk/>
            <pc:sldMk cId="1336369026" sldId="1509"/>
            <ac:spMk id="2" creationId="{CCB17D20-20BA-29E6-41AC-CDE5F9E56129}"/>
          </ac:spMkLst>
        </pc:spChg>
        <pc:spChg chg="mod">
          <ac:chgData name="dev balyan" userId="b58c3dbcc75ad324" providerId="Windows Live" clId="Web-{B0B3FF6E-9745-CE23-4D92-DAFD3E119D36}" dt="2026-05-05T21:53:00.455" v="1464" actId="1076"/>
          <ac:spMkLst>
            <pc:docMk/>
            <pc:sldMk cId="1336369026" sldId="1509"/>
            <ac:spMk id="3" creationId="{CAA47B0A-935E-E104-C3C8-0C4D3A29E5E1}"/>
          </ac:spMkLst>
        </pc:spChg>
        <pc:spChg chg="add mod">
          <ac:chgData name="dev balyan" userId="b58c3dbcc75ad324" providerId="Windows Live" clId="Web-{B0B3FF6E-9745-CE23-4D92-DAFD3E119D36}" dt="2026-05-05T21:53:55.426" v="1485" actId="1076"/>
          <ac:spMkLst>
            <pc:docMk/>
            <pc:sldMk cId="1336369026" sldId="1509"/>
            <ac:spMk id="4" creationId="{CDFB0D92-F51F-0E83-998E-C07C58D1B45D}"/>
          </ac:spMkLst>
        </pc:spChg>
        <pc:spChg chg="add mod">
          <ac:chgData name="dev balyan" userId="b58c3dbcc75ad324" providerId="Windows Live" clId="Web-{B0B3FF6E-9745-CE23-4D92-DAFD3E119D36}" dt="2026-05-05T21:56:23.526" v="1529" actId="14100"/>
          <ac:spMkLst>
            <pc:docMk/>
            <pc:sldMk cId="1336369026" sldId="1509"/>
            <ac:spMk id="5" creationId="{C604F564-00BB-6746-2F18-D9341A52FF97}"/>
          </ac:spMkLst>
        </pc:spChg>
        <pc:spChg chg="add mod">
          <ac:chgData name="dev balyan" userId="b58c3dbcc75ad324" providerId="Windows Live" clId="Web-{B0B3FF6E-9745-CE23-4D92-DAFD3E119D36}" dt="2026-05-05T21:57:35.434" v="1593" actId="1076"/>
          <ac:spMkLst>
            <pc:docMk/>
            <pc:sldMk cId="1336369026" sldId="1509"/>
            <ac:spMk id="6" creationId="{39744322-03AE-F0BE-104E-824C425ACF55}"/>
          </ac:spMkLst>
        </pc:spChg>
        <pc:spChg chg="add mod">
          <ac:chgData name="dev balyan" userId="b58c3dbcc75ad324" providerId="Windows Live" clId="Web-{B0B3FF6E-9745-CE23-4D92-DAFD3E119D36}" dt="2026-05-05T21:58:41.858" v="1644" actId="1076"/>
          <ac:spMkLst>
            <pc:docMk/>
            <pc:sldMk cId="1336369026" sldId="1509"/>
            <ac:spMk id="7" creationId="{88CABBF9-345B-7A44-A097-652B4D91C98E}"/>
          </ac:spMkLst>
        </pc:spChg>
        <pc:spChg chg="add mod">
          <ac:chgData name="dev balyan" userId="b58c3dbcc75ad324" providerId="Windows Live" clId="Web-{B0B3FF6E-9745-CE23-4D92-DAFD3E119D36}" dt="2026-05-05T21:59:08.327" v="1647"/>
          <ac:spMkLst>
            <pc:docMk/>
            <pc:sldMk cId="1336369026" sldId="1509"/>
            <ac:spMk id="8" creationId="{5B90AA00-FFE0-DAE0-F95B-19988CE5E464}"/>
          </ac:spMkLst>
        </pc:spChg>
      </pc:sldChg>
      <pc:sldChg chg="modSp new">
        <pc:chgData name="dev balyan" userId="b58c3dbcc75ad324" providerId="Windows Live" clId="Web-{B0B3FF6E-9745-CE23-4D92-DAFD3E119D36}" dt="2026-05-05T22:00:07.609" v="1680" actId="20577"/>
        <pc:sldMkLst>
          <pc:docMk/>
          <pc:sldMk cId="264776436" sldId="1510"/>
        </pc:sldMkLst>
        <pc:spChg chg="mod">
          <ac:chgData name="dev balyan" userId="b58c3dbcc75ad324" providerId="Windows Live" clId="Web-{B0B3FF6E-9745-CE23-4D92-DAFD3E119D36}" dt="2026-05-05T22:00:07.609" v="1680" actId="20577"/>
          <ac:spMkLst>
            <pc:docMk/>
            <pc:sldMk cId="264776436" sldId="1510"/>
            <ac:spMk id="3" creationId="{DA944330-9B1B-2CE6-2681-1C11635E6356}"/>
          </ac:spMkLst>
        </pc:spChg>
      </pc:sldChg>
      <pc:sldChg chg="addSp modSp new">
        <pc:chgData name="dev balyan" userId="b58c3dbcc75ad324" providerId="Windows Live" clId="Web-{B0B3FF6E-9745-CE23-4D92-DAFD3E119D36}" dt="2026-05-05T22:05:18.550" v="1889" actId="1076"/>
        <pc:sldMkLst>
          <pc:docMk/>
          <pc:sldMk cId="2530098940" sldId="1511"/>
        </pc:sldMkLst>
        <pc:spChg chg="mod">
          <ac:chgData name="dev balyan" userId="b58c3dbcc75ad324" providerId="Windows Live" clId="Web-{B0B3FF6E-9745-CE23-4D92-DAFD3E119D36}" dt="2026-05-05T22:01:03.860" v="1685" actId="1076"/>
          <ac:spMkLst>
            <pc:docMk/>
            <pc:sldMk cId="2530098940" sldId="1511"/>
            <ac:spMk id="2" creationId="{CCD40DEA-4588-0C7E-5473-BF4B6CD44AF1}"/>
          </ac:spMkLst>
        </pc:spChg>
        <pc:spChg chg="mod">
          <ac:chgData name="dev balyan" userId="b58c3dbcc75ad324" providerId="Windows Live" clId="Web-{B0B3FF6E-9745-CE23-4D92-DAFD3E119D36}" dt="2026-05-05T22:00:56.813" v="1683" actId="1076"/>
          <ac:spMkLst>
            <pc:docMk/>
            <pc:sldMk cId="2530098940" sldId="1511"/>
            <ac:spMk id="3" creationId="{D132FEC6-16DF-3ECD-7B0E-7B2F9FAAACA9}"/>
          </ac:spMkLst>
        </pc:spChg>
        <pc:spChg chg="add mod">
          <ac:chgData name="dev balyan" userId="b58c3dbcc75ad324" providerId="Windows Live" clId="Web-{B0B3FF6E-9745-CE23-4D92-DAFD3E119D36}" dt="2026-05-05T22:02:08.533" v="1708" actId="14100"/>
          <ac:spMkLst>
            <pc:docMk/>
            <pc:sldMk cId="2530098940" sldId="1511"/>
            <ac:spMk id="4" creationId="{8E2C86A5-A1C7-933E-AC8B-174B5751F9D2}"/>
          </ac:spMkLst>
        </pc:spChg>
        <pc:spChg chg="add mod">
          <ac:chgData name="dev balyan" userId="b58c3dbcc75ad324" providerId="Windows Live" clId="Web-{B0B3FF6E-9745-CE23-4D92-DAFD3E119D36}" dt="2026-05-05T22:04:33.191" v="1866" actId="1076"/>
          <ac:spMkLst>
            <pc:docMk/>
            <pc:sldMk cId="2530098940" sldId="1511"/>
            <ac:spMk id="5" creationId="{329D0C29-7FA9-96BE-D6ED-EFC1023E8CE7}"/>
          </ac:spMkLst>
        </pc:spChg>
        <pc:spChg chg="add mod">
          <ac:chgData name="dev balyan" userId="b58c3dbcc75ad324" providerId="Windows Live" clId="Web-{B0B3FF6E-9745-CE23-4D92-DAFD3E119D36}" dt="2026-05-05T22:05:18.550" v="1889" actId="1076"/>
          <ac:spMkLst>
            <pc:docMk/>
            <pc:sldMk cId="2530098940" sldId="1511"/>
            <ac:spMk id="6" creationId="{4D378EDA-DC65-7B8F-CBBB-7E13AFB90CAB}"/>
          </ac:spMkLst>
        </pc:spChg>
      </pc:sldChg>
      <pc:sldChg chg="addSp delSp modSp new">
        <pc:chgData name="dev balyan" userId="b58c3dbcc75ad324" providerId="Windows Live" clId="Web-{B0B3FF6E-9745-CE23-4D92-DAFD3E119D36}" dt="2026-05-05T22:17:06.582" v="2186"/>
        <pc:sldMkLst>
          <pc:docMk/>
          <pc:sldMk cId="3610255516" sldId="1512"/>
        </pc:sldMkLst>
        <pc:spChg chg="mod">
          <ac:chgData name="dev balyan" userId="b58c3dbcc75ad324" providerId="Windows Live" clId="Web-{B0B3FF6E-9745-CE23-4D92-DAFD3E119D36}" dt="2026-05-05T22:06:07.489" v="1894" actId="1076"/>
          <ac:spMkLst>
            <pc:docMk/>
            <pc:sldMk cId="3610255516" sldId="1512"/>
            <ac:spMk id="2" creationId="{733F0E00-CE98-E8C3-B4EF-66617579E5BD}"/>
          </ac:spMkLst>
        </pc:spChg>
        <pc:spChg chg="mod">
          <ac:chgData name="dev balyan" userId="b58c3dbcc75ad324" providerId="Windows Live" clId="Web-{B0B3FF6E-9745-CE23-4D92-DAFD3E119D36}" dt="2026-05-05T22:05:55.910" v="1892" actId="1076"/>
          <ac:spMkLst>
            <pc:docMk/>
            <pc:sldMk cId="3610255516" sldId="1512"/>
            <ac:spMk id="3" creationId="{A391E1C7-EE68-CC64-E026-E5497EEF31F7}"/>
          </ac:spMkLst>
        </pc:spChg>
        <pc:spChg chg="add del mod">
          <ac:chgData name="dev balyan" userId="b58c3dbcc75ad324" providerId="Windows Live" clId="Web-{B0B3FF6E-9745-CE23-4D92-DAFD3E119D36}" dt="2026-05-05T22:07:08.740" v="1908"/>
          <ac:spMkLst>
            <pc:docMk/>
            <pc:sldMk cId="3610255516" sldId="1512"/>
            <ac:spMk id="4" creationId="{C6317D69-F7A0-00FC-9C4F-34921A5D4754}"/>
          </ac:spMkLst>
        </pc:spChg>
        <pc:spChg chg="add mod">
          <ac:chgData name="dev balyan" userId="b58c3dbcc75ad324" providerId="Windows Live" clId="Web-{B0B3FF6E-9745-CE23-4D92-DAFD3E119D36}" dt="2026-05-05T22:07:51.026" v="1925" actId="1076"/>
          <ac:spMkLst>
            <pc:docMk/>
            <pc:sldMk cId="3610255516" sldId="1512"/>
            <ac:spMk id="5" creationId="{7C2DD0B8-DA36-058A-1C6D-50C29145BFFB}"/>
          </ac:spMkLst>
        </pc:spChg>
        <pc:spChg chg="add mod">
          <ac:chgData name="dev balyan" userId="b58c3dbcc75ad324" providerId="Windows Live" clId="Web-{B0B3FF6E-9745-CE23-4D92-DAFD3E119D36}" dt="2026-05-05T22:09:24.393" v="2013" actId="1076"/>
          <ac:spMkLst>
            <pc:docMk/>
            <pc:sldMk cId="3610255516" sldId="1512"/>
            <ac:spMk id="6" creationId="{3F3EE487-6DE4-15DD-852E-7FB0BC0D6701}"/>
          </ac:spMkLst>
        </pc:spChg>
        <pc:spChg chg="add mod">
          <ac:chgData name="dev balyan" userId="b58c3dbcc75ad324" providerId="Windows Live" clId="Web-{B0B3FF6E-9745-CE23-4D92-DAFD3E119D36}" dt="2026-05-05T22:11:15.274" v="2030" actId="1076"/>
          <ac:spMkLst>
            <pc:docMk/>
            <pc:sldMk cId="3610255516" sldId="1512"/>
            <ac:spMk id="7" creationId="{3EB53A60-6DB0-10B9-2A5E-86704557F04C}"/>
          </ac:spMkLst>
        </pc:spChg>
        <pc:spChg chg="add mod">
          <ac:chgData name="dev balyan" userId="b58c3dbcc75ad324" providerId="Windows Live" clId="Web-{B0B3FF6E-9745-CE23-4D92-DAFD3E119D36}" dt="2026-05-05T22:12:16.918" v="2061" actId="1076"/>
          <ac:spMkLst>
            <pc:docMk/>
            <pc:sldMk cId="3610255516" sldId="1512"/>
            <ac:spMk id="8" creationId="{1CC1827C-CA48-531F-472C-CE33B80A31E1}"/>
          </ac:spMkLst>
        </pc:spChg>
        <pc:spChg chg="add mod">
          <ac:chgData name="dev balyan" userId="b58c3dbcc75ad324" providerId="Windows Live" clId="Web-{B0B3FF6E-9745-CE23-4D92-DAFD3E119D36}" dt="2026-05-05T22:13:27.873" v="2112" actId="1076"/>
          <ac:spMkLst>
            <pc:docMk/>
            <pc:sldMk cId="3610255516" sldId="1512"/>
            <ac:spMk id="9" creationId="{991E3611-D70B-553C-7752-A0C597E683FF}"/>
          </ac:spMkLst>
        </pc:spChg>
        <pc:spChg chg="add mod">
          <ac:chgData name="dev balyan" userId="b58c3dbcc75ad324" providerId="Windows Live" clId="Web-{B0B3FF6E-9745-CE23-4D92-DAFD3E119D36}" dt="2026-05-05T22:15:54.706" v="2183" actId="1076"/>
          <ac:spMkLst>
            <pc:docMk/>
            <pc:sldMk cId="3610255516" sldId="1512"/>
            <ac:spMk id="10" creationId="{2A92D1B2-819E-080F-5AAB-796D2E2897DF}"/>
          </ac:spMkLst>
        </pc:spChg>
        <pc:spChg chg="add mod">
          <ac:chgData name="dev balyan" userId="b58c3dbcc75ad324" providerId="Windows Live" clId="Web-{B0B3FF6E-9745-CE23-4D92-DAFD3E119D36}" dt="2026-05-05T22:15:32.658" v="2181" actId="1076"/>
          <ac:spMkLst>
            <pc:docMk/>
            <pc:sldMk cId="3610255516" sldId="1512"/>
            <ac:spMk id="11" creationId="{0B16A730-DBAC-A273-4476-76B0D0072208}"/>
          </ac:spMkLst>
        </pc:spChg>
        <pc:spChg chg="add mod">
          <ac:chgData name="dev balyan" userId="b58c3dbcc75ad324" providerId="Windows Live" clId="Web-{B0B3FF6E-9745-CE23-4D92-DAFD3E119D36}" dt="2026-05-05T22:17:06.582" v="2186"/>
          <ac:spMkLst>
            <pc:docMk/>
            <pc:sldMk cId="3610255516" sldId="1512"/>
            <ac:spMk id="12" creationId="{024B80B7-FEB0-E132-960C-37E8A1777799}"/>
          </ac:spMkLst>
        </pc:spChg>
      </pc:sldChg>
      <pc:sldChg chg="modSp new">
        <pc:chgData name="dev balyan" userId="b58c3dbcc75ad324" providerId="Windows Live" clId="Web-{B0B3FF6E-9745-CE23-4D92-DAFD3E119D36}" dt="2026-05-05T22:18:08.489" v="2210" actId="20577"/>
        <pc:sldMkLst>
          <pc:docMk/>
          <pc:sldMk cId="3322370392" sldId="1513"/>
        </pc:sldMkLst>
        <pc:spChg chg="mod">
          <ac:chgData name="dev balyan" userId="b58c3dbcc75ad324" providerId="Windows Live" clId="Web-{B0B3FF6E-9745-CE23-4D92-DAFD3E119D36}" dt="2026-05-05T22:18:08.489" v="2210" actId="20577"/>
          <ac:spMkLst>
            <pc:docMk/>
            <pc:sldMk cId="3322370392" sldId="1513"/>
            <ac:spMk id="3" creationId="{14EF3BB4-8D49-27CB-10ED-31697EA55FB7}"/>
          </ac:spMkLst>
        </pc:spChg>
      </pc:sldChg>
      <pc:sldChg chg="addSp modSp new">
        <pc:chgData name="dev balyan" userId="b58c3dbcc75ad324" providerId="Windows Live" clId="Web-{B0B3FF6E-9745-CE23-4D92-DAFD3E119D36}" dt="2026-05-05T22:22:12.336" v="2254" actId="1076"/>
        <pc:sldMkLst>
          <pc:docMk/>
          <pc:sldMk cId="2102476889" sldId="1514"/>
        </pc:sldMkLst>
        <pc:spChg chg="mod">
          <ac:chgData name="dev balyan" userId="b58c3dbcc75ad324" providerId="Windows Live" clId="Web-{B0B3FF6E-9745-CE23-4D92-DAFD3E119D36}" dt="2026-05-05T22:18:38.802" v="2215" actId="1076"/>
          <ac:spMkLst>
            <pc:docMk/>
            <pc:sldMk cId="2102476889" sldId="1514"/>
            <ac:spMk id="2" creationId="{1DE90281-06DA-048C-B5E8-E13773778546}"/>
          </ac:spMkLst>
        </pc:spChg>
        <pc:spChg chg="mod">
          <ac:chgData name="dev balyan" userId="b58c3dbcc75ad324" providerId="Windows Live" clId="Web-{B0B3FF6E-9745-CE23-4D92-DAFD3E119D36}" dt="2026-05-05T22:18:31.177" v="2213" actId="1076"/>
          <ac:spMkLst>
            <pc:docMk/>
            <pc:sldMk cId="2102476889" sldId="1514"/>
            <ac:spMk id="3" creationId="{DF3DE141-0EDA-A3F3-0D17-9534A4DCA3FE}"/>
          </ac:spMkLst>
        </pc:spChg>
        <pc:spChg chg="add mod">
          <ac:chgData name="dev balyan" userId="b58c3dbcc75ad324" providerId="Windows Live" clId="Web-{B0B3FF6E-9745-CE23-4D92-DAFD3E119D36}" dt="2026-05-05T22:19:35.569" v="2230" actId="14100"/>
          <ac:spMkLst>
            <pc:docMk/>
            <pc:sldMk cId="2102476889" sldId="1514"/>
            <ac:spMk id="4" creationId="{D55F782D-9D1A-1195-00E4-DE592D9713B3}"/>
          </ac:spMkLst>
        </pc:spChg>
        <pc:spChg chg="add mod">
          <ac:chgData name="dev balyan" userId="b58c3dbcc75ad324" providerId="Windows Live" clId="Web-{B0B3FF6E-9745-CE23-4D92-DAFD3E119D36}" dt="2026-05-05T22:21:33.398" v="2251" actId="20577"/>
          <ac:spMkLst>
            <pc:docMk/>
            <pc:sldMk cId="2102476889" sldId="1514"/>
            <ac:spMk id="5" creationId="{393CCF4B-0949-0169-7DE3-0E4B34B41981}"/>
          </ac:spMkLst>
        </pc:spChg>
        <pc:spChg chg="add mod">
          <ac:chgData name="dev balyan" userId="b58c3dbcc75ad324" providerId="Windows Live" clId="Web-{B0B3FF6E-9745-CE23-4D92-DAFD3E119D36}" dt="2026-05-05T22:22:12.336" v="2254" actId="1076"/>
          <ac:spMkLst>
            <pc:docMk/>
            <pc:sldMk cId="2102476889" sldId="1514"/>
            <ac:spMk id="6" creationId="{876ED93B-3631-BC1D-37F2-650670F5BC8F}"/>
          </ac:spMkLst>
        </pc:spChg>
      </pc:sldChg>
      <pc:sldChg chg="addSp modSp new">
        <pc:chgData name="dev balyan" userId="b58c3dbcc75ad324" providerId="Windows Live" clId="Web-{B0B3FF6E-9745-CE23-4D92-DAFD3E119D36}" dt="2026-05-05T22:25:02.091" v="2303" actId="1076"/>
        <pc:sldMkLst>
          <pc:docMk/>
          <pc:sldMk cId="456785275" sldId="1515"/>
        </pc:sldMkLst>
        <pc:spChg chg="mod">
          <ac:chgData name="dev balyan" userId="b58c3dbcc75ad324" providerId="Windows Live" clId="Web-{B0B3FF6E-9745-CE23-4D92-DAFD3E119D36}" dt="2026-05-05T22:23:03.165" v="2257" actId="1076"/>
          <ac:spMkLst>
            <pc:docMk/>
            <pc:sldMk cId="456785275" sldId="1515"/>
            <ac:spMk id="2" creationId="{F7A6021E-0F01-29F0-3691-86C9C7F4D5D0}"/>
          </ac:spMkLst>
        </pc:spChg>
        <pc:spChg chg="mod">
          <ac:chgData name="dev balyan" userId="b58c3dbcc75ad324" providerId="Windows Live" clId="Web-{B0B3FF6E-9745-CE23-4D92-DAFD3E119D36}" dt="2026-05-05T22:23:08.883" v="2259" actId="1076"/>
          <ac:spMkLst>
            <pc:docMk/>
            <pc:sldMk cId="456785275" sldId="1515"/>
            <ac:spMk id="3" creationId="{B3090466-5CF1-59FF-FA06-B2313B6A6C2E}"/>
          </ac:spMkLst>
        </pc:spChg>
        <pc:spChg chg="add mod">
          <ac:chgData name="dev balyan" userId="b58c3dbcc75ad324" providerId="Windows Live" clId="Web-{B0B3FF6E-9745-CE23-4D92-DAFD3E119D36}" dt="2026-05-05T22:23:50.040" v="2276" actId="1076"/>
          <ac:spMkLst>
            <pc:docMk/>
            <pc:sldMk cId="456785275" sldId="1515"/>
            <ac:spMk id="4" creationId="{5FBF68A6-F793-5A22-726E-EAEC62BFF96E}"/>
          </ac:spMkLst>
        </pc:spChg>
        <pc:spChg chg="add mod">
          <ac:chgData name="dev balyan" userId="b58c3dbcc75ad324" providerId="Windows Live" clId="Web-{B0B3FF6E-9745-CE23-4D92-DAFD3E119D36}" dt="2026-05-05T22:25:02.091" v="2303" actId="1076"/>
          <ac:spMkLst>
            <pc:docMk/>
            <pc:sldMk cId="456785275" sldId="1515"/>
            <ac:spMk id="5" creationId="{F5F27306-73AD-3581-5089-3B08FA83635E}"/>
          </ac:spMkLst>
        </pc:spChg>
      </pc:sldChg>
      <pc:sldChg chg="addSp modSp new">
        <pc:chgData name="dev balyan" userId="b58c3dbcc75ad324" providerId="Windows Live" clId="Web-{B0B3FF6E-9745-CE23-4D92-DAFD3E119D36}" dt="2026-05-05T22:27:29.132" v="2339" actId="20577"/>
        <pc:sldMkLst>
          <pc:docMk/>
          <pc:sldMk cId="3908790204" sldId="1516"/>
        </pc:sldMkLst>
        <pc:spChg chg="mod">
          <ac:chgData name="dev balyan" userId="b58c3dbcc75ad324" providerId="Windows Live" clId="Web-{B0B3FF6E-9745-CE23-4D92-DAFD3E119D36}" dt="2026-05-05T22:25:50.454" v="2306" actId="1076"/>
          <ac:spMkLst>
            <pc:docMk/>
            <pc:sldMk cId="3908790204" sldId="1516"/>
            <ac:spMk id="2" creationId="{AA004E39-B497-D7A0-8358-48DD87387A7F}"/>
          </ac:spMkLst>
        </pc:spChg>
        <pc:spChg chg="mod">
          <ac:chgData name="dev balyan" userId="b58c3dbcc75ad324" providerId="Windows Live" clId="Web-{B0B3FF6E-9745-CE23-4D92-DAFD3E119D36}" dt="2026-05-05T22:25:55.033" v="2307" actId="1076"/>
          <ac:spMkLst>
            <pc:docMk/>
            <pc:sldMk cId="3908790204" sldId="1516"/>
            <ac:spMk id="3" creationId="{03672E00-7A98-BE5C-2E6B-A5AC56875081}"/>
          </ac:spMkLst>
        </pc:spChg>
        <pc:spChg chg="add mod">
          <ac:chgData name="dev balyan" userId="b58c3dbcc75ad324" providerId="Windows Live" clId="Web-{B0B3FF6E-9745-CE23-4D92-DAFD3E119D36}" dt="2026-05-05T22:26:40.583" v="2322" actId="14100"/>
          <ac:spMkLst>
            <pc:docMk/>
            <pc:sldMk cId="3908790204" sldId="1516"/>
            <ac:spMk id="4" creationId="{F7CD961F-6D79-7A76-B557-7D9D95BEF4AD}"/>
          </ac:spMkLst>
        </pc:spChg>
        <pc:spChg chg="add mod">
          <ac:chgData name="dev balyan" userId="b58c3dbcc75ad324" providerId="Windows Live" clId="Web-{B0B3FF6E-9745-CE23-4D92-DAFD3E119D36}" dt="2026-05-05T22:27:29.132" v="2339" actId="20577"/>
          <ac:spMkLst>
            <pc:docMk/>
            <pc:sldMk cId="3908790204" sldId="1516"/>
            <ac:spMk id="5" creationId="{6471487B-BC18-EA5D-2E59-C17CC2DF7736}"/>
          </ac:spMkLst>
        </pc:spChg>
      </pc:sldChg>
      <pc:sldChg chg="addSp modSp new">
        <pc:chgData name="dev balyan" userId="b58c3dbcc75ad324" providerId="Windows Live" clId="Web-{B0B3FF6E-9745-CE23-4D92-DAFD3E119D36}" dt="2026-05-05T22:31:49.813" v="2357" actId="1076"/>
        <pc:sldMkLst>
          <pc:docMk/>
          <pc:sldMk cId="2934401831" sldId="1517"/>
        </pc:sldMkLst>
        <pc:spChg chg="mod">
          <ac:chgData name="dev balyan" userId="b58c3dbcc75ad324" providerId="Windows Live" clId="Web-{B0B3FF6E-9745-CE23-4D92-DAFD3E119D36}" dt="2026-05-05T22:30:47.718" v="2342" actId="1076"/>
          <ac:spMkLst>
            <pc:docMk/>
            <pc:sldMk cId="2934401831" sldId="1517"/>
            <ac:spMk id="2" creationId="{8B766298-908A-2F57-8308-D71075E0983D}"/>
          </ac:spMkLst>
        </pc:spChg>
        <pc:spChg chg="mod">
          <ac:chgData name="dev balyan" userId="b58c3dbcc75ad324" providerId="Windows Live" clId="Web-{B0B3FF6E-9745-CE23-4D92-DAFD3E119D36}" dt="2026-05-05T22:30:52.577" v="2344" actId="1076"/>
          <ac:spMkLst>
            <pc:docMk/>
            <pc:sldMk cId="2934401831" sldId="1517"/>
            <ac:spMk id="3" creationId="{263EE241-C574-97E3-A84D-E443B972A25F}"/>
          </ac:spMkLst>
        </pc:spChg>
        <pc:spChg chg="add mod">
          <ac:chgData name="dev balyan" userId="b58c3dbcc75ad324" providerId="Windows Live" clId="Web-{B0B3FF6E-9745-CE23-4D92-DAFD3E119D36}" dt="2026-05-05T22:31:49.813" v="2357" actId="1076"/>
          <ac:spMkLst>
            <pc:docMk/>
            <pc:sldMk cId="2934401831" sldId="1517"/>
            <ac:spMk id="4" creationId="{9ED956B0-31CE-41E2-7471-701BFF757068}"/>
          </ac:spMkLst>
        </pc:spChg>
      </pc:sldChg>
    </pc:docChg>
  </pc:docChgLst>
  <pc:docChgLst>
    <pc:chgData name="Chandra Mouli Kotta kota" userId="5fe5cc5c0dc36bb4" providerId="LiveId" clId="{14693061-018D-4BFC-863A-740DC1BB17C0}"/>
    <pc:docChg chg="delSld modSld">
      <pc:chgData name="Chandra Mouli Kotta kota" userId="5fe5cc5c0dc36bb4" providerId="LiveId" clId="{14693061-018D-4BFC-863A-740DC1BB17C0}" dt="2026-04-24T06:14:35.144" v="3" actId="1076"/>
      <pc:docMkLst>
        <pc:docMk/>
      </pc:docMkLst>
      <pc:sldMasterChg chg="delSldLayout">
        <pc:chgData name="Chandra Mouli Kotta kota" userId="5fe5cc5c0dc36bb4" providerId="LiveId" clId="{14693061-018D-4BFC-863A-740DC1BB17C0}" dt="2026-04-24T06:14:22.386" v="0" actId="47"/>
        <pc:sldMasterMkLst>
          <pc:docMk/>
          <pc:sldMasterMk cId="109456712" sldId="2147483660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0F9721-8887-4CC5-918E-7E2D8E6AF37D}" type="doc">
      <dgm:prSet loTypeId="urn:microsoft.com/office/officeart/2005/8/layout/list1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IN"/>
        </a:p>
      </dgm:t>
    </dgm:pt>
    <dgm:pt modelId="{A5948AE8-0332-4A15-84B6-FF078724F1F7}">
      <dgm:prSet phldrT="[Text]"/>
      <dgm:spPr>
        <a:ln>
          <a:solidFill>
            <a:srgbClr val="028090"/>
          </a:solidFill>
        </a:ln>
      </dgm:spPr>
      <dgm:t>
        <a:bodyPr/>
        <a:lstStyle/>
        <a:p>
          <a:pPr>
            <a:buNone/>
          </a:pPr>
          <a:r>
            <a:rPr lang="en-US" b="1">
              <a:latin typeface="Calibri" pitchFamily="34" charset="0"/>
              <a:ea typeface="Calibri" pitchFamily="34" charset="-122"/>
              <a:cs typeface="Calibri" pitchFamily="34" charset="-120"/>
            </a:rPr>
            <a:t>Customer Demographics</a:t>
          </a:r>
          <a:endParaRPr lang="en-IN" dirty="0"/>
        </a:p>
      </dgm:t>
    </dgm:pt>
    <dgm:pt modelId="{58138F65-50D3-498E-9F42-88253D03AB1E}" type="parTrans" cxnId="{134F5178-8BD3-4010-8283-A835880F6DF6}">
      <dgm:prSet/>
      <dgm:spPr/>
      <dgm:t>
        <a:bodyPr/>
        <a:lstStyle/>
        <a:p>
          <a:endParaRPr lang="en-IN"/>
        </a:p>
      </dgm:t>
    </dgm:pt>
    <dgm:pt modelId="{F691EABE-05F4-4B9E-B4F6-5601D028C42B}" type="sibTrans" cxnId="{134F5178-8BD3-4010-8283-A835880F6DF6}">
      <dgm:prSet/>
      <dgm:spPr/>
      <dgm:t>
        <a:bodyPr/>
        <a:lstStyle/>
        <a:p>
          <a:endParaRPr lang="en-IN"/>
        </a:p>
      </dgm:t>
    </dgm:pt>
    <dgm:pt modelId="{A1ACB5B6-E9F4-47CA-B633-4A37899B4475}">
      <dgm:prSet phldrT="[Text]"/>
      <dgm:spPr>
        <a:ln>
          <a:solidFill>
            <a:srgbClr val="028090"/>
          </a:solidFill>
        </a:ln>
      </dgm:spPr>
      <dgm:t>
        <a:bodyPr/>
        <a:lstStyle/>
        <a:p>
          <a:pPr>
            <a:buNone/>
          </a:pPr>
          <a:r>
            <a:rPr lang="en-US" b="1">
              <a:latin typeface="Calibri" pitchFamily="34" charset="0"/>
              <a:ea typeface="Calibri" pitchFamily="34" charset="-122"/>
              <a:cs typeface="Calibri" pitchFamily="34" charset="-120"/>
            </a:rPr>
            <a:t>Account Analysis</a:t>
          </a:r>
          <a:endParaRPr lang="en-IN" dirty="0"/>
        </a:p>
      </dgm:t>
    </dgm:pt>
    <dgm:pt modelId="{9B8C0BAE-1DE4-473D-86B0-652B82360988}" type="parTrans" cxnId="{D0D16C8A-8197-4CF3-908B-0AF39D0CFFC1}">
      <dgm:prSet/>
      <dgm:spPr/>
      <dgm:t>
        <a:bodyPr/>
        <a:lstStyle/>
        <a:p>
          <a:endParaRPr lang="en-IN"/>
        </a:p>
      </dgm:t>
    </dgm:pt>
    <dgm:pt modelId="{312C166E-84A7-46A6-A39F-99782C92FD5F}" type="sibTrans" cxnId="{D0D16C8A-8197-4CF3-908B-0AF39D0CFFC1}">
      <dgm:prSet/>
      <dgm:spPr/>
      <dgm:t>
        <a:bodyPr/>
        <a:lstStyle/>
        <a:p>
          <a:endParaRPr lang="en-IN"/>
        </a:p>
      </dgm:t>
    </dgm:pt>
    <dgm:pt modelId="{5D01D85A-434F-4254-9880-9B55339ABD86}">
      <dgm:prSet phldrT="[Text]"/>
      <dgm:spPr>
        <a:ln>
          <a:solidFill>
            <a:srgbClr val="028090"/>
          </a:solidFill>
        </a:ln>
      </dgm:spPr>
      <dgm:t>
        <a:bodyPr/>
        <a:lstStyle/>
        <a:p>
          <a:pPr>
            <a:buNone/>
          </a:pPr>
          <a:r>
            <a:rPr lang="en-US" b="1">
              <a:latin typeface="Calibri" pitchFamily="34" charset="0"/>
              <a:ea typeface="Calibri" pitchFamily="34" charset="-122"/>
              <a:cs typeface="Calibri" pitchFamily="34" charset="-120"/>
            </a:rPr>
            <a:t>Transaction Overview</a:t>
          </a:r>
          <a:endParaRPr lang="en-IN" dirty="0"/>
        </a:p>
      </dgm:t>
    </dgm:pt>
    <dgm:pt modelId="{F590BD33-C991-4CA4-AB09-949D591DD457}" type="parTrans" cxnId="{610738C6-49D7-4A7F-934C-E41B08198EBC}">
      <dgm:prSet/>
      <dgm:spPr/>
      <dgm:t>
        <a:bodyPr/>
        <a:lstStyle/>
        <a:p>
          <a:endParaRPr lang="en-IN"/>
        </a:p>
      </dgm:t>
    </dgm:pt>
    <dgm:pt modelId="{0D75AAD9-2B28-49FA-A8DD-6B3007CDF23A}" type="sibTrans" cxnId="{610738C6-49D7-4A7F-934C-E41B08198EBC}">
      <dgm:prSet/>
      <dgm:spPr/>
      <dgm:t>
        <a:bodyPr/>
        <a:lstStyle/>
        <a:p>
          <a:endParaRPr lang="en-IN"/>
        </a:p>
      </dgm:t>
    </dgm:pt>
    <dgm:pt modelId="{A1DC90BE-05C2-47E4-A05A-B51BCA713441}">
      <dgm:prSet phldrT="[Text]"/>
      <dgm:spPr>
        <a:ln>
          <a:solidFill>
            <a:srgbClr val="028090"/>
          </a:solidFill>
        </a:ln>
      </dgm:spPr>
      <dgm:t>
        <a:bodyPr/>
        <a:lstStyle/>
        <a:p>
          <a:pPr>
            <a:buNone/>
          </a:pPr>
          <a:r>
            <a:rPr lang="en-US" b="1">
              <a:latin typeface="Calibri" pitchFamily="34" charset="0"/>
              <a:ea typeface="Calibri" pitchFamily="34" charset="-122"/>
              <a:cs typeface="Calibri" pitchFamily="34" charset="-120"/>
            </a:rPr>
            <a:t>Loan Overview</a:t>
          </a:r>
          <a:endParaRPr lang="en-IN" dirty="0"/>
        </a:p>
      </dgm:t>
    </dgm:pt>
    <dgm:pt modelId="{228AAEB6-2D79-47EB-90A8-8662764DBA86}" type="parTrans" cxnId="{68BF80E1-CDF6-4F3D-AC39-EA1A699BBE0C}">
      <dgm:prSet/>
      <dgm:spPr/>
      <dgm:t>
        <a:bodyPr/>
        <a:lstStyle/>
        <a:p>
          <a:endParaRPr lang="en-IN"/>
        </a:p>
      </dgm:t>
    </dgm:pt>
    <dgm:pt modelId="{F67B8607-558B-4492-99C1-817074310403}" type="sibTrans" cxnId="{68BF80E1-CDF6-4F3D-AC39-EA1A699BBE0C}">
      <dgm:prSet/>
      <dgm:spPr/>
      <dgm:t>
        <a:bodyPr/>
        <a:lstStyle/>
        <a:p>
          <a:endParaRPr lang="en-IN"/>
        </a:p>
      </dgm:t>
    </dgm:pt>
    <dgm:pt modelId="{50796755-BA25-4E83-B7AA-7F83FA28102E}">
      <dgm:prSet phldrT="[Text]"/>
      <dgm:spPr>
        <a:ln>
          <a:solidFill>
            <a:srgbClr val="028090"/>
          </a:solidFill>
        </a:ln>
      </dgm:spPr>
      <dgm:t>
        <a:bodyPr/>
        <a:lstStyle/>
        <a:p>
          <a:pPr>
            <a:buNone/>
          </a:pPr>
          <a:r>
            <a:rPr lang="en-US" b="1">
              <a:latin typeface="Calibri" pitchFamily="34" charset="0"/>
              <a:ea typeface="Calibri" pitchFamily="34" charset="-122"/>
              <a:cs typeface="Calibri" pitchFamily="34" charset="-120"/>
            </a:rPr>
            <a:t>Card &amp; Product Adoption</a:t>
          </a:r>
          <a:endParaRPr lang="en-IN" dirty="0"/>
        </a:p>
      </dgm:t>
    </dgm:pt>
    <dgm:pt modelId="{ADB30EB6-A4A3-45C9-8B8D-8574F90099E7}" type="parTrans" cxnId="{FF7E2F48-B317-461D-A261-52B79ACD5BC3}">
      <dgm:prSet/>
      <dgm:spPr/>
      <dgm:t>
        <a:bodyPr/>
        <a:lstStyle/>
        <a:p>
          <a:endParaRPr lang="en-IN"/>
        </a:p>
      </dgm:t>
    </dgm:pt>
    <dgm:pt modelId="{BBAEDA3C-216E-40F4-90FD-DFE67B464387}" type="sibTrans" cxnId="{FF7E2F48-B317-461D-A261-52B79ACD5BC3}">
      <dgm:prSet/>
      <dgm:spPr/>
      <dgm:t>
        <a:bodyPr/>
        <a:lstStyle/>
        <a:p>
          <a:endParaRPr lang="en-IN"/>
        </a:p>
      </dgm:t>
    </dgm:pt>
    <dgm:pt modelId="{01F6A62F-5EDB-45F8-9427-4D397B8DA1AE}">
      <dgm:prSet phldrT="[Text]"/>
      <dgm:spPr>
        <a:ln>
          <a:solidFill>
            <a:srgbClr val="028090"/>
          </a:solidFill>
        </a:ln>
      </dgm:spPr>
      <dgm:t>
        <a:bodyPr/>
        <a:lstStyle/>
        <a:p>
          <a:pPr>
            <a:buNone/>
          </a:pPr>
          <a:r>
            <a:rPr lang="en-US" b="1" dirty="0">
              <a:latin typeface="Calibri" pitchFamily="34" charset="0"/>
              <a:ea typeface="Calibri" pitchFamily="34" charset="-122"/>
              <a:cs typeface="Calibri" pitchFamily="34" charset="-120"/>
            </a:rPr>
            <a:t>Regional / District Analysis</a:t>
          </a:r>
          <a:endParaRPr lang="en-IN" dirty="0"/>
        </a:p>
      </dgm:t>
    </dgm:pt>
    <dgm:pt modelId="{845BA9E6-2624-430C-AF6B-5C68E5C6AEF0}" type="parTrans" cxnId="{F9F02239-3EC2-44EA-BD8B-3DFCA0D5CD79}">
      <dgm:prSet/>
      <dgm:spPr/>
      <dgm:t>
        <a:bodyPr/>
        <a:lstStyle/>
        <a:p>
          <a:endParaRPr lang="en-IN"/>
        </a:p>
      </dgm:t>
    </dgm:pt>
    <dgm:pt modelId="{0C7DCB6B-8C2D-4CF4-B599-30D7CCB3DA49}" type="sibTrans" cxnId="{F9F02239-3EC2-44EA-BD8B-3DFCA0D5CD79}">
      <dgm:prSet/>
      <dgm:spPr/>
      <dgm:t>
        <a:bodyPr/>
        <a:lstStyle/>
        <a:p>
          <a:endParaRPr lang="en-IN"/>
        </a:p>
      </dgm:t>
    </dgm:pt>
    <dgm:pt modelId="{FE930B99-2C67-4E7A-B8FA-558376DDDE06}" type="pres">
      <dgm:prSet presAssocID="{390F9721-8887-4CC5-918E-7E2D8E6AF37D}" presName="linear" presStyleCnt="0">
        <dgm:presLayoutVars>
          <dgm:dir/>
          <dgm:animLvl val="lvl"/>
          <dgm:resizeHandles val="exact"/>
        </dgm:presLayoutVars>
      </dgm:prSet>
      <dgm:spPr/>
    </dgm:pt>
    <dgm:pt modelId="{6C4CF444-B855-4465-B868-60609819CCD7}" type="pres">
      <dgm:prSet presAssocID="{A5948AE8-0332-4A15-84B6-FF078724F1F7}" presName="parentLin" presStyleCnt="0"/>
      <dgm:spPr/>
    </dgm:pt>
    <dgm:pt modelId="{00409EFA-792D-48BE-BD6A-998441450580}" type="pres">
      <dgm:prSet presAssocID="{A5948AE8-0332-4A15-84B6-FF078724F1F7}" presName="parentLeftMargin" presStyleLbl="node1" presStyleIdx="0" presStyleCnt="6"/>
      <dgm:spPr/>
    </dgm:pt>
    <dgm:pt modelId="{5394A95D-3156-4E66-9F36-074D97C921F4}" type="pres">
      <dgm:prSet presAssocID="{A5948AE8-0332-4A15-84B6-FF078724F1F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8831CF0-C41D-4B47-AEFB-41779F7ACD50}" type="pres">
      <dgm:prSet presAssocID="{A5948AE8-0332-4A15-84B6-FF078724F1F7}" presName="negativeSpace" presStyleCnt="0"/>
      <dgm:spPr/>
    </dgm:pt>
    <dgm:pt modelId="{EB7A16DB-5F2B-43BD-9556-0482E7868A0F}" type="pres">
      <dgm:prSet presAssocID="{A5948AE8-0332-4A15-84B6-FF078724F1F7}" presName="childText" presStyleLbl="conFgAcc1" presStyleIdx="0" presStyleCnt="6">
        <dgm:presLayoutVars>
          <dgm:bulletEnabled val="1"/>
        </dgm:presLayoutVars>
      </dgm:prSet>
      <dgm:spPr>
        <a:solidFill>
          <a:srgbClr val="028090">
            <a:alpha val="90000"/>
          </a:srgbClr>
        </a:solidFill>
        <a:ln>
          <a:solidFill>
            <a:srgbClr val="028090"/>
          </a:solidFill>
        </a:ln>
      </dgm:spPr>
    </dgm:pt>
    <dgm:pt modelId="{300DFFB7-91BB-42CC-AB3A-0DBB25E493C2}" type="pres">
      <dgm:prSet presAssocID="{F691EABE-05F4-4B9E-B4F6-5601D028C42B}" presName="spaceBetweenRectangles" presStyleCnt="0"/>
      <dgm:spPr/>
    </dgm:pt>
    <dgm:pt modelId="{B6DB8359-F172-4C67-81A2-B0789811E99D}" type="pres">
      <dgm:prSet presAssocID="{A1ACB5B6-E9F4-47CA-B633-4A37899B4475}" presName="parentLin" presStyleCnt="0"/>
      <dgm:spPr/>
    </dgm:pt>
    <dgm:pt modelId="{96AF8544-EE50-476D-9305-82954CCBDC66}" type="pres">
      <dgm:prSet presAssocID="{A1ACB5B6-E9F4-47CA-B633-4A37899B4475}" presName="parentLeftMargin" presStyleLbl="node1" presStyleIdx="0" presStyleCnt="6"/>
      <dgm:spPr/>
    </dgm:pt>
    <dgm:pt modelId="{2EEA3A97-D41F-4555-B384-BEAE99D290B2}" type="pres">
      <dgm:prSet presAssocID="{A1ACB5B6-E9F4-47CA-B633-4A37899B447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A54FC4F-5ABE-4160-8630-F370719FF52C}" type="pres">
      <dgm:prSet presAssocID="{A1ACB5B6-E9F4-47CA-B633-4A37899B4475}" presName="negativeSpace" presStyleCnt="0"/>
      <dgm:spPr/>
    </dgm:pt>
    <dgm:pt modelId="{46E8D63F-5B34-4B05-B43C-19142409C3C4}" type="pres">
      <dgm:prSet presAssocID="{A1ACB5B6-E9F4-47CA-B633-4A37899B4475}" presName="childText" presStyleLbl="conFgAcc1" presStyleIdx="1" presStyleCnt="6">
        <dgm:presLayoutVars>
          <dgm:bulletEnabled val="1"/>
        </dgm:presLayoutVars>
      </dgm:prSet>
      <dgm:spPr>
        <a:solidFill>
          <a:srgbClr val="028090">
            <a:alpha val="90000"/>
          </a:srgbClr>
        </a:solidFill>
        <a:ln>
          <a:solidFill>
            <a:srgbClr val="028090"/>
          </a:solidFill>
        </a:ln>
      </dgm:spPr>
    </dgm:pt>
    <dgm:pt modelId="{4BA40A02-EEEC-43C3-8CAF-348578B90D5A}" type="pres">
      <dgm:prSet presAssocID="{312C166E-84A7-46A6-A39F-99782C92FD5F}" presName="spaceBetweenRectangles" presStyleCnt="0"/>
      <dgm:spPr/>
    </dgm:pt>
    <dgm:pt modelId="{F8988283-DF64-4CFB-B654-740DA654639B}" type="pres">
      <dgm:prSet presAssocID="{5D01D85A-434F-4254-9880-9B55339ABD86}" presName="parentLin" presStyleCnt="0"/>
      <dgm:spPr/>
    </dgm:pt>
    <dgm:pt modelId="{E71C11D3-6152-4B7E-91D1-F12494F489F5}" type="pres">
      <dgm:prSet presAssocID="{5D01D85A-434F-4254-9880-9B55339ABD86}" presName="parentLeftMargin" presStyleLbl="node1" presStyleIdx="1" presStyleCnt="6"/>
      <dgm:spPr/>
    </dgm:pt>
    <dgm:pt modelId="{3129AAF4-30EE-403C-8F56-66401783659D}" type="pres">
      <dgm:prSet presAssocID="{5D01D85A-434F-4254-9880-9B55339ABD8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B3E1924-EB21-4FEA-B575-92B1A614CBE6}" type="pres">
      <dgm:prSet presAssocID="{5D01D85A-434F-4254-9880-9B55339ABD86}" presName="negativeSpace" presStyleCnt="0"/>
      <dgm:spPr/>
    </dgm:pt>
    <dgm:pt modelId="{551E3794-8CF6-4C39-9404-9EC182479140}" type="pres">
      <dgm:prSet presAssocID="{5D01D85A-434F-4254-9880-9B55339ABD86}" presName="childText" presStyleLbl="conFgAcc1" presStyleIdx="2" presStyleCnt="6">
        <dgm:presLayoutVars>
          <dgm:bulletEnabled val="1"/>
        </dgm:presLayoutVars>
      </dgm:prSet>
      <dgm:spPr>
        <a:solidFill>
          <a:srgbClr val="028090">
            <a:alpha val="90000"/>
          </a:srgbClr>
        </a:solidFill>
        <a:ln>
          <a:solidFill>
            <a:srgbClr val="028090"/>
          </a:solidFill>
        </a:ln>
      </dgm:spPr>
    </dgm:pt>
    <dgm:pt modelId="{269DA743-A213-4E2A-ACA3-F9A402A03ED2}" type="pres">
      <dgm:prSet presAssocID="{0D75AAD9-2B28-49FA-A8DD-6B3007CDF23A}" presName="spaceBetweenRectangles" presStyleCnt="0"/>
      <dgm:spPr/>
    </dgm:pt>
    <dgm:pt modelId="{8CEBCFA7-0EE5-4F9A-8D94-992E115D47B7}" type="pres">
      <dgm:prSet presAssocID="{A1DC90BE-05C2-47E4-A05A-B51BCA713441}" presName="parentLin" presStyleCnt="0"/>
      <dgm:spPr/>
    </dgm:pt>
    <dgm:pt modelId="{E85A90D3-0475-464F-957E-B569E822F36F}" type="pres">
      <dgm:prSet presAssocID="{A1DC90BE-05C2-47E4-A05A-B51BCA713441}" presName="parentLeftMargin" presStyleLbl="node1" presStyleIdx="2" presStyleCnt="6"/>
      <dgm:spPr/>
    </dgm:pt>
    <dgm:pt modelId="{07C56453-B90B-4C70-AD84-4BDACC74C9EB}" type="pres">
      <dgm:prSet presAssocID="{A1DC90BE-05C2-47E4-A05A-B51BCA71344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63F00D3-3A68-406E-A56D-5E685617AF3B}" type="pres">
      <dgm:prSet presAssocID="{A1DC90BE-05C2-47E4-A05A-B51BCA713441}" presName="negativeSpace" presStyleCnt="0"/>
      <dgm:spPr/>
    </dgm:pt>
    <dgm:pt modelId="{E17581C6-36FA-429B-AD48-6CF217CDC518}" type="pres">
      <dgm:prSet presAssocID="{A1DC90BE-05C2-47E4-A05A-B51BCA713441}" presName="childText" presStyleLbl="conFgAcc1" presStyleIdx="3" presStyleCnt="6">
        <dgm:presLayoutVars>
          <dgm:bulletEnabled val="1"/>
        </dgm:presLayoutVars>
      </dgm:prSet>
      <dgm:spPr>
        <a:solidFill>
          <a:srgbClr val="028090">
            <a:alpha val="90000"/>
          </a:srgbClr>
        </a:solidFill>
        <a:ln>
          <a:solidFill>
            <a:srgbClr val="028090"/>
          </a:solidFill>
        </a:ln>
      </dgm:spPr>
    </dgm:pt>
    <dgm:pt modelId="{FED00D4A-F108-42F3-9182-E4EA2EC8B7A9}" type="pres">
      <dgm:prSet presAssocID="{F67B8607-558B-4492-99C1-817074310403}" presName="spaceBetweenRectangles" presStyleCnt="0"/>
      <dgm:spPr/>
    </dgm:pt>
    <dgm:pt modelId="{DB1CC7B6-2DA3-4C45-AC62-6D89068EB87D}" type="pres">
      <dgm:prSet presAssocID="{50796755-BA25-4E83-B7AA-7F83FA28102E}" presName="parentLin" presStyleCnt="0"/>
      <dgm:spPr/>
    </dgm:pt>
    <dgm:pt modelId="{4D7BA1C5-2EB2-432E-AFCB-7328E2D4561D}" type="pres">
      <dgm:prSet presAssocID="{50796755-BA25-4E83-B7AA-7F83FA28102E}" presName="parentLeftMargin" presStyleLbl="node1" presStyleIdx="3" presStyleCnt="6"/>
      <dgm:spPr/>
    </dgm:pt>
    <dgm:pt modelId="{9C9FE38B-BDF7-4706-A1AD-88B894499B63}" type="pres">
      <dgm:prSet presAssocID="{50796755-BA25-4E83-B7AA-7F83FA28102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4486B7E-9449-4672-B9BD-0859F49737E8}" type="pres">
      <dgm:prSet presAssocID="{50796755-BA25-4E83-B7AA-7F83FA28102E}" presName="negativeSpace" presStyleCnt="0"/>
      <dgm:spPr/>
    </dgm:pt>
    <dgm:pt modelId="{2537873D-C54F-4D75-8AE4-0BF71809EE7C}" type="pres">
      <dgm:prSet presAssocID="{50796755-BA25-4E83-B7AA-7F83FA28102E}" presName="childText" presStyleLbl="conFgAcc1" presStyleIdx="4" presStyleCnt="6">
        <dgm:presLayoutVars>
          <dgm:bulletEnabled val="1"/>
        </dgm:presLayoutVars>
      </dgm:prSet>
      <dgm:spPr>
        <a:solidFill>
          <a:srgbClr val="028090">
            <a:alpha val="90000"/>
          </a:srgbClr>
        </a:solidFill>
        <a:ln>
          <a:solidFill>
            <a:srgbClr val="028090"/>
          </a:solidFill>
        </a:ln>
      </dgm:spPr>
    </dgm:pt>
    <dgm:pt modelId="{CF619897-6829-495B-8E31-8284DC31F6F8}" type="pres">
      <dgm:prSet presAssocID="{BBAEDA3C-216E-40F4-90FD-DFE67B464387}" presName="spaceBetweenRectangles" presStyleCnt="0"/>
      <dgm:spPr/>
    </dgm:pt>
    <dgm:pt modelId="{87835538-47FF-4006-9EFA-29C4FF0C3FBC}" type="pres">
      <dgm:prSet presAssocID="{01F6A62F-5EDB-45F8-9427-4D397B8DA1AE}" presName="parentLin" presStyleCnt="0"/>
      <dgm:spPr/>
    </dgm:pt>
    <dgm:pt modelId="{84E3F8FD-65DB-4E89-B2D0-95A921F5A21F}" type="pres">
      <dgm:prSet presAssocID="{01F6A62F-5EDB-45F8-9427-4D397B8DA1AE}" presName="parentLeftMargin" presStyleLbl="node1" presStyleIdx="4" presStyleCnt="6"/>
      <dgm:spPr/>
    </dgm:pt>
    <dgm:pt modelId="{9570CFB1-40C5-4BA7-BA17-3E18D6B67A86}" type="pres">
      <dgm:prSet presAssocID="{01F6A62F-5EDB-45F8-9427-4D397B8DA1AE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31F75456-D9E6-4410-B9F2-655E3705BE1E}" type="pres">
      <dgm:prSet presAssocID="{01F6A62F-5EDB-45F8-9427-4D397B8DA1AE}" presName="negativeSpace" presStyleCnt="0"/>
      <dgm:spPr/>
    </dgm:pt>
    <dgm:pt modelId="{9B6A317E-2EF6-4606-86BF-D0D24D3CD261}" type="pres">
      <dgm:prSet presAssocID="{01F6A62F-5EDB-45F8-9427-4D397B8DA1AE}" presName="childText" presStyleLbl="conFgAcc1" presStyleIdx="5" presStyleCnt="6">
        <dgm:presLayoutVars>
          <dgm:bulletEnabled val="1"/>
        </dgm:presLayoutVars>
      </dgm:prSet>
      <dgm:spPr>
        <a:solidFill>
          <a:srgbClr val="028090">
            <a:alpha val="90000"/>
          </a:srgbClr>
        </a:solidFill>
        <a:ln>
          <a:solidFill>
            <a:srgbClr val="028090"/>
          </a:solidFill>
        </a:ln>
      </dgm:spPr>
    </dgm:pt>
  </dgm:ptLst>
  <dgm:cxnLst>
    <dgm:cxn modelId="{AD2AF400-C562-43F3-9E02-5657AD0E54F8}" type="presOf" srcId="{01F6A62F-5EDB-45F8-9427-4D397B8DA1AE}" destId="{9570CFB1-40C5-4BA7-BA17-3E18D6B67A86}" srcOrd="1" destOrd="0" presId="urn:microsoft.com/office/officeart/2005/8/layout/list1"/>
    <dgm:cxn modelId="{AEEC1615-9980-42DD-A95E-8CC3B74E380A}" type="presOf" srcId="{390F9721-8887-4CC5-918E-7E2D8E6AF37D}" destId="{FE930B99-2C67-4E7A-B8FA-558376DDDE06}" srcOrd="0" destOrd="0" presId="urn:microsoft.com/office/officeart/2005/8/layout/list1"/>
    <dgm:cxn modelId="{FA955122-D780-4BD8-889A-C3CE18AB122E}" type="presOf" srcId="{5D01D85A-434F-4254-9880-9B55339ABD86}" destId="{3129AAF4-30EE-403C-8F56-66401783659D}" srcOrd="1" destOrd="0" presId="urn:microsoft.com/office/officeart/2005/8/layout/list1"/>
    <dgm:cxn modelId="{F9F02239-3EC2-44EA-BD8B-3DFCA0D5CD79}" srcId="{390F9721-8887-4CC5-918E-7E2D8E6AF37D}" destId="{01F6A62F-5EDB-45F8-9427-4D397B8DA1AE}" srcOrd="5" destOrd="0" parTransId="{845BA9E6-2624-430C-AF6B-5C68E5C6AEF0}" sibTransId="{0C7DCB6B-8C2D-4CF4-B599-30D7CCB3DA49}"/>
    <dgm:cxn modelId="{4521623A-BF58-4271-A2CE-7B9A0ADEFE21}" type="presOf" srcId="{A1ACB5B6-E9F4-47CA-B633-4A37899B4475}" destId="{96AF8544-EE50-476D-9305-82954CCBDC66}" srcOrd="0" destOrd="0" presId="urn:microsoft.com/office/officeart/2005/8/layout/list1"/>
    <dgm:cxn modelId="{FF7E2F48-B317-461D-A261-52B79ACD5BC3}" srcId="{390F9721-8887-4CC5-918E-7E2D8E6AF37D}" destId="{50796755-BA25-4E83-B7AA-7F83FA28102E}" srcOrd="4" destOrd="0" parTransId="{ADB30EB6-A4A3-45C9-8B8D-8574F90099E7}" sibTransId="{BBAEDA3C-216E-40F4-90FD-DFE67B464387}"/>
    <dgm:cxn modelId="{134F5178-8BD3-4010-8283-A835880F6DF6}" srcId="{390F9721-8887-4CC5-918E-7E2D8E6AF37D}" destId="{A5948AE8-0332-4A15-84B6-FF078724F1F7}" srcOrd="0" destOrd="0" parTransId="{58138F65-50D3-498E-9F42-88253D03AB1E}" sibTransId="{F691EABE-05F4-4B9E-B4F6-5601D028C42B}"/>
    <dgm:cxn modelId="{D0D16C8A-8197-4CF3-908B-0AF39D0CFFC1}" srcId="{390F9721-8887-4CC5-918E-7E2D8E6AF37D}" destId="{A1ACB5B6-E9F4-47CA-B633-4A37899B4475}" srcOrd="1" destOrd="0" parTransId="{9B8C0BAE-1DE4-473D-86B0-652B82360988}" sibTransId="{312C166E-84A7-46A6-A39F-99782C92FD5F}"/>
    <dgm:cxn modelId="{B945D48D-08E0-48BC-8143-8719613CAC05}" type="presOf" srcId="{01F6A62F-5EDB-45F8-9427-4D397B8DA1AE}" destId="{84E3F8FD-65DB-4E89-B2D0-95A921F5A21F}" srcOrd="0" destOrd="0" presId="urn:microsoft.com/office/officeart/2005/8/layout/list1"/>
    <dgm:cxn modelId="{11C3548F-DE18-46F4-BF29-306B5B86E716}" type="presOf" srcId="{A1ACB5B6-E9F4-47CA-B633-4A37899B4475}" destId="{2EEA3A97-D41F-4555-B384-BEAE99D290B2}" srcOrd="1" destOrd="0" presId="urn:microsoft.com/office/officeart/2005/8/layout/list1"/>
    <dgm:cxn modelId="{11639F9E-2A8B-4963-A69A-2F449F582826}" type="presOf" srcId="{50796755-BA25-4E83-B7AA-7F83FA28102E}" destId="{4D7BA1C5-2EB2-432E-AFCB-7328E2D4561D}" srcOrd="0" destOrd="0" presId="urn:microsoft.com/office/officeart/2005/8/layout/list1"/>
    <dgm:cxn modelId="{0D9C16AD-0456-40BE-B110-6839BA06F05C}" type="presOf" srcId="{A1DC90BE-05C2-47E4-A05A-B51BCA713441}" destId="{E85A90D3-0475-464F-957E-B569E822F36F}" srcOrd="0" destOrd="0" presId="urn:microsoft.com/office/officeart/2005/8/layout/list1"/>
    <dgm:cxn modelId="{610738C6-49D7-4A7F-934C-E41B08198EBC}" srcId="{390F9721-8887-4CC5-918E-7E2D8E6AF37D}" destId="{5D01D85A-434F-4254-9880-9B55339ABD86}" srcOrd="2" destOrd="0" parTransId="{F590BD33-C991-4CA4-AB09-949D591DD457}" sibTransId="{0D75AAD9-2B28-49FA-A8DD-6B3007CDF23A}"/>
    <dgm:cxn modelId="{68F7A0CA-FEF6-4621-B494-139B870AE1F7}" type="presOf" srcId="{A5948AE8-0332-4A15-84B6-FF078724F1F7}" destId="{5394A95D-3156-4E66-9F36-074D97C921F4}" srcOrd="1" destOrd="0" presId="urn:microsoft.com/office/officeart/2005/8/layout/list1"/>
    <dgm:cxn modelId="{634EEED8-E804-4F8E-8B6B-93A21A1B03E4}" type="presOf" srcId="{50796755-BA25-4E83-B7AA-7F83FA28102E}" destId="{9C9FE38B-BDF7-4706-A1AD-88B894499B63}" srcOrd="1" destOrd="0" presId="urn:microsoft.com/office/officeart/2005/8/layout/list1"/>
    <dgm:cxn modelId="{68BF80E1-CDF6-4F3D-AC39-EA1A699BBE0C}" srcId="{390F9721-8887-4CC5-918E-7E2D8E6AF37D}" destId="{A1DC90BE-05C2-47E4-A05A-B51BCA713441}" srcOrd="3" destOrd="0" parTransId="{228AAEB6-2D79-47EB-90A8-8662764DBA86}" sibTransId="{F67B8607-558B-4492-99C1-817074310403}"/>
    <dgm:cxn modelId="{436429E3-D807-471F-A3F8-D4648CA38B15}" type="presOf" srcId="{A1DC90BE-05C2-47E4-A05A-B51BCA713441}" destId="{07C56453-B90B-4C70-AD84-4BDACC74C9EB}" srcOrd="1" destOrd="0" presId="urn:microsoft.com/office/officeart/2005/8/layout/list1"/>
    <dgm:cxn modelId="{6A57BCE5-55B7-4F29-9466-7194D5ADF708}" type="presOf" srcId="{5D01D85A-434F-4254-9880-9B55339ABD86}" destId="{E71C11D3-6152-4B7E-91D1-F12494F489F5}" srcOrd="0" destOrd="0" presId="urn:microsoft.com/office/officeart/2005/8/layout/list1"/>
    <dgm:cxn modelId="{CCFC4AF6-CA5B-4F05-885D-9453244F5C18}" type="presOf" srcId="{A5948AE8-0332-4A15-84B6-FF078724F1F7}" destId="{00409EFA-792D-48BE-BD6A-998441450580}" srcOrd="0" destOrd="0" presId="urn:microsoft.com/office/officeart/2005/8/layout/list1"/>
    <dgm:cxn modelId="{303C04B4-1401-4EBE-ADBB-F2467CF17B10}" type="presParOf" srcId="{FE930B99-2C67-4E7A-B8FA-558376DDDE06}" destId="{6C4CF444-B855-4465-B868-60609819CCD7}" srcOrd="0" destOrd="0" presId="urn:microsoft.com/office/officeart/2005/8/layout/list1"/>
    <dgm:cxn modelId="{D16E513E-9338-4E94-A542-C70DF63B0B39}" type="presParOf" srcId="{6C4CF444-B855-4465-B868-60609819CCD7}" destId="{00409EFA-792D-48BE-BD6A-998441450580}" srcOrd="0" destOrd="0" presId="urn:microsoft.com/office/officeart/2005/8/layout/list1"/>
    <dgm:cxn modelId="{8997C132-DE43-4B76-BA40-3B45A14BF27A}" type="presParOf" srcId="{6C4CF444-B855-4465-B868-60609819CCD7}" destId="{5394A95D-3156-4E66-9F36-074D97C921F4}" srcOrd="1" destOrd="0" presId="urn:microsoft.com/office/officeart/2005/8/layout/list1"/>
    <dgm:cxn modelId="{841D0981-5A15-4874-82BD-E8F354A01268}" type="presParOf" srcId="{FE930B99-2C67-4E7A-B8FA-558376DDDE06}" destId="{E8831CF0-C41D-4B47-AEFB-41779F7ACD50}" srcOrd="1" destOrd="0" presId="urn:microsoft.com/office/officeart/2005/8/layout/list1"/>
    <dgm:cxn modelId="{AC33A57E-A173-4881-8BF0-128C6274EDC9}" type="presParOf" srcId="{FE930B99-2C67-4E7A-B8FA-558376DDDE06}" destId="{EB7A16DB-5F2B-43BD-9556-0482E7868A0F}" srcOrd="2" destOrd="0" presId="urn:microsoft.com/office/officeart/2005/8/layout/list1"/>
    <dgm:cxn modelId="{257CA482-2503-480E-BBE6-AF09FC2CE32E}" type="presParOf" srcId="{FE930B99-2C67-4E7A-B8FA-558376DDDE06}" destId="{300DFFB7-91BB-42CC-AB3A-0DBB25E493C2}" srcOrd="3" destOrd="0" presId="urn:microsoft.com/office/officeart/2005/8/layout/list1"/>
    <dgm:cxn modelId="{B617F776-D413-4D50-B3ED-8F1027DFD117}" type="presParOf" srcId="{FE930B99-2C67-4E7A-B8FA-558376DDDE06}" destId="{B6DB8359-F172-4C67-81A2-B0789811E99D}" srcOrd="4" destOrd="0" presId="urn:microsoft.com/office/officeart/2005/8/layout/list1"/>
    <dgm:cxn modelId="{7186DA9D-3B7F-4782-9CF5-BAE8CB9F33BF}" type="presParOf" srcId="{B6DB8359-F172-4C67-81A2-B0789811E99D}" destId="{96AF8544-EE50-476D-9305-82954CCBDC66}" srcOrd="0" destOrd="0" presId="urn:microsoft.com/office/officeart/2005/8/layout/list1"/>
    <dgm:cxn modelId="{1A0C7F8D-3F16-47B0-AFE7-5976AFE68EC1}" type="presParOf" srcId="{B6DB8359-F172-4C67-81A2-B0789811E99D}" destId="{2EEA3A97-D41F-4555-B384-BEAE99D290B2}" srcOrd="1" destOrd="0" presId="urn:microsoft.com/office/officeart/2005/8/layout/list1"/>
    <dgm:cxn modelId="{3666EEAA-484F-472A-B005-EC333A24E5F4}" type="presParOf" srcId="{FE930B99-2C67-4E7A-B8FA-558376DDDE06}" destId="{8A54FC4F-5ABE-4160-8630-F370719FF52C}" srcOrd="5" destOrd="0" presId="urn:microsoft.com/office/officeart/2005/8/layout/list1"/>
    <dgm:cxn modelId="{AD7CF382-DBA5-457E-ADF1-E4C84F4D5125}" type="presParOf" srcId="{FE930B99-2C67-4E7A-B8FA-558376DDDE06}" destId="{46E8D63F-5B34-4B05-B43C-19142409C3C4}" srcOrd="6" destOrd="0" presId="urn:microsoft.com/office/officeart/2005/8/layout/list1"/>
    <dgm:cxn modelId="{535B37BA-8B8A-4C34-A4A7-35CE132129BF}" type="presParOf" srcId="{FE930B99-2C67-4E7A-B8FA-558376DDDE06}" destId="{4BA40A02-EEEC-43C3-8CAF-348578B90D5A}" srcOrd="7" destOrd="0" presId="urn:microsoft.com/office/officeart/2005/8/layout/list1"/>
    <dgm:cxn modelId="{20FC0BFF-921E-417E-AB0C-7D5058D004D0}" type="presParOf" srcId="{FE930B99-2C67-4E7A-B8FA-558376DDDE06}" destId="{F8988283-DF64-4CFB-B654-740DA654639B}" srcOrd="8" destOrd="0" presId="urn:microsoft.com/office/officeart/2005/8/layout/list1"/>
    <dgm:cxn modelId="{1127091C-7587-4B00-884B-5347530080AC}" type="presParOf" srcId="{F8988283-DF64-4CFB-B654-740DA654639B}" destId="{E71C11D3-6152-4B7E-91D1-F12494F489F5}" srcOrd="0" destOrd="0" presId="urn:microsoft.com/office/officeart/2005/8/layout/list1"/>
    <dgm:cxn modelId="{21DEC156-9F9D-4EEE-8A17-D0298F585BFA}" type="presParOf" srcId="{F8988283-DF64-4CFB-B654-740DA654639B}" destId="{3129AAF4-30EE-403C-8F56-66401783659D}" srcOrd="1" destOrd="0" presId="urn:microsoft.com/office/officeart/2005/8/layout/list1"/>
    <dgm:cxn modelId="{94A1F80F-AB19-4668-BF9C-458892190220}" type="presParOf" srcId="{FE930B99-2C67-4E7A-B8FA-558376DDDE06}" destId="{AB3E1924-EB21-4FEA-B575-92B1A614CBE6}" srcOrd="9" destOrd="0" presId="urn:microsoft.com/office/officeart/2005/8/layout/list1"/>
    <dgm:cxn modelId="{7D74B141-A5B0-40BC-B7A8-3AFC50D0E043}" type="presParOf" srcId="{FE930B99-2C67-4E7A-B8FA-558376DDDE06}" destId="{551E3794-8CF6-4C39-9404-9EC182479140}" srcOrd="10" destOrd="0" presId="urn:microsoft.com/office/officeart/2005/8/layout/list1"/>
    <dgm:cxn modelId="{4ECFBE63-3176-4614-AADC-9CE0D93067E0}" type="presParOf" srcId="{FE930B99-2C67-4E7A-B8FA-558376DDDE06}" destId="{269DA743-A213-4E2A-ACA3-F9A402A03ED2}" srcOrd="11" destOrd="0" presId="urn:microsoft.com/office/officeart/2005/8/layout/list1"/>
    <dgm:cxn modelId="{8DA21EED-9282-4810-9077-2A0F814E993E}" type="presParOf" srcId="{FE930B99-2C67-4E7A-B8FA-558376DDDE06}" destId="{8CEBCFA7-0EE5-4F9A-8D94-992E115D47B7}" srcOrd="12" destOrd="0" presId="urn:microsoft.com/office/officeart/2005/8/layout/list1"/>
    <dgm:cxn modelId="{07E37C1A-E863-4F9E-B382-A5E7B4482764}" type="presParOf" srcId="{8CEBCFA7-0EE5-4F9A-8D94-992E115D47B7}" destId="{E85A90D3-0475-464F-957E-B569E822F36F}" srcOrd="0" destOrd="0" presId="urn:microsoft.com/office/officeart/2005/8/layout/list1"/>
    <dgm:cxn modelId="{AFA3BC78-7ECF-41E3-B65D-08F0B573F886}" type="presParOf" srcId="{8CEBCFA7-0EE5-4F9A-8D94-992E115D47B7}" destId="{07C56453-B90B-4C70-AD84-4BDACC74C9EB}" srcOrd="1" destOrd="0" presId="urn:microsoft.com/office/officeart/2005/8/layout/list1"/>
    <dgm:cxn modelId="{41AE09C1-FC72-4F86-AC6F-F37861CC483B}" type="presParOf" srcId="{FE930B99-2C67-4E7A-B8FA-558376DDDE06}" destId="{963F00D3-3A68-406E-A56D-5E685617AF3B}" srcOrd="13" destOrd="0" presId="urn:microsoft.com/office/officeart/2005/8/layout/list1"/>
    <dgm:cxn modelId="{9D2D87AD-A109-41FF-BCDF-E23CEDDE403B}" type="presParOf" srcId="{FE930B99-2C67-4E7A-B8FA-558376DDDE06}" destId="{E17581C6-36FA-429B-AD48-6CF217CDC518}" srcOrd="14" destOrd="0" presId="urn:microsoft.com/office/officeart/2005/8/layout/list1"/>
    <dgm:cxn modelId="{BACD90F5-26C3-4D87-8DEB-9B08D1DBB47E}" type="presParOf" srcId="{FE930B99-2C67-4E7A-B8FA-558376DDDE06}" destId="{FED00D4A-F108-42F3-9182-E4EA2EC8B7A9}" srcOrd="15" destOrd="0" presId="urn:microsoft.com/office/officeart/2005/8/layout/list1"/>
    <dgm:cxn modelId="{DD3C5173-44E1-4524-BD22-0031C8EFE6DE}" type="presParOf" srcId="{FE930B99-2C67-4E7A-B8FA-558376DDDE06}" destId="{DB1CC7B6-2DA3-4C45-AC62-6D89068EB87D}" srcOrd="16" destOrd="0" presId="urn:microsoft.com/office/officeart/2005/8/layout/list1"/>
    <dgm:cxn modelId="{D8BCF04E-AEA5-4D21-B4E9-4547917EC355}" type="presParOf" srcId="{DB1CC7B6-2DA3-4C45-AC62-6D89068EB87D}" destId="{4D7BA1C5-2EB2-432E-AFCB-7328E2D4561D}" srcOrd="0" destOrd="0" presId="urn:microsoft.com/office/officeart/2005/8/layout/list1"/>
    <dgm:cxn modelId="{2B53B1D6-1B90-48EF-B86B-12ABD9DBAF87}" type="presParOf" srcId="{DB1CC7B6-2DA3-4C45-AC62-6D89068EB87D}" destId="{9C9FE38B-BDF7-4706-A1AD-88B894499B63}" srcOrd="1" destOrd="0" presId="urn:microsoft.com/office/officeart/2005/8/layout/list1"/>
    <dgm:cxn modelId="{6E5C5D75-BCAC-46D7-8A93-74A9C1C6F40F}" type="presParOf" srcId="{FE930B99-2C67-4E7A-B8FA-558376DDDE06}" destId="{64486B7E-9449-4672-B9BD-0859F49737E8}" srcOrd="17" destOrd="0" presId="urn:microsoft.com/office/officeart/2005/8/layout/list1"/>
    <dgm:cxn modelId="{4F003979-F622-4B9D-9A02-B0B94F79953A}" type="presParOf" srcId="{FE930B99-2C67-4E7A-B8FA-558376DDDE06}" destId="{2537873D-C54F-4D75-8AE4-0BF71809EE7C}" srcOrd="18" destOrd="0" presId="urn:microsoft.com/office/officeart/2005/8/layout/list1"/>
    <dgm:cxn modelId="{995EC994-DFA5-4235-83C3-1674C1CF1DD8}" type="presParOf" srcId="{FE930B99-2C67-4E7A-B8FA-558376DDDE06}" destId="{CF619897-6829-495B-8E31-8284DC31F6F8}" srcOrd="19" destOrd="0" presId="urn:microsoft.com/office/officeart/2005/8/layout/list1"/>
    <dgm:cxn modelId="{55F258B0-2EA1-4C04-B2F2-7D76637FCF4E}" type="presParOf" srcId="{FE930B99-2C67-4E7A-B8FA-558376DDDE06}" destId="{87835538-47FF-4006-9EFA-29C4FF0C3FBC}" srcOrd="20" destOrd="0" presId="urn:microsoft.com/office/officeart/2005/8/layout/list1"/>
    <dgm:cxn modelId="{E53A1BEB-85CE-48B2-AE75-0CA1C3EA8FE6}" type="presParOf" srcId="{87835538-47FF-4006-9EFA-29C4FF0C3FBC}" destId="{84E3F8FD-65DB-4E89-B2D0-95A921F5A21F}" srcOrd="0" destOrd="0" presId="urn:microsoft.com/office/officeart/2005/8/layout/list1"/>
    <dgm:cxn modelId="{75F95C0A-FE21-4A04-9FA8-8E21F9D896FD}" type="presParOf" srcId="{87835538-47FF-4006-9EFA-29C4FF0C3FBC}" destId="{9570CFB1-40C5-4BA7-BA17-3E18D6B67A86}" srcOrd="1" destOrd="0" presId="urn:microsoft.com/office/officeart/2005/8/layout/list1"/>
    <dgm:cxn modelId="{444F5CBA-69D6-4850-9AD9-6437C5C89207}" type="presParOf" srcId="{FE930B99-2C67-4E7A-B8FA-558376DDDE06}" destId="{31F75456-D9E6-4410-B9F2-655E3705BE1E}" srcOrd="21" destOrd="0" presId="urn:microsoft.com/office/officeart/2005/8/layout/list1"/>
    <dgm:cxn modelId="{B1928290-0440-4050-B308-3CA47D1BC799}" type="presParOf" srcId="{FE930B99-2C67-4E7A-B8FA-558376DDDE06}" destId="{9B6A317E-2EF6-4606-86BF-D0D24D3CD261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D7D0D9-5A65-4043-998F-18FEC2CB6F56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7035DBC9-B257-4122-9B70-A0500A0A687F}">
      <dgm:prSet phldrT="[Text]" custT="1"/>
      <dgm:spPr>
        <a:solidFill>
          <a:srgbClr val="028090"/>
        </a:solidFill>
        <a:ln>
          <a:solidFill>
            <a:srgbClr val="028090"/>
          </a:solidFill>
        </a:ln>
      </dgm:spPr>
      <dgm:t>
        <a:bodyPr/>
        <a:lstStyle/>
        <a:p>
          <a:pPr>
            <a:buNone/>
          </a:pPr>
          <a:r>
            <a:rPr lang="en-IN" sz="2000" dirty="0"/>
            <a:t>Customer Analytics Dashboard</a:t>
          </a:r>
        </a:p>
      </dgm:t>
    </dgm:pt>
    <dgm:pt modelId="{6EB891F4-0439-400B-BE9A-51203EBE897D}" type="parTrans" cxnId="{BBB83F8C-0B7F-4776-9CBE-B053F29E414B}">
      <dgm:prSet/>
      <dgm:spPr/>
      <dgm:t>
        <a:bodyPr/>
        <a:lstStyle/>
        <a:p>
          <a:endParaRPr lang="en-IN"/>
        </a:p>
      </dgm:t>
    </dgm:pt>
    <dgm:pt modelId="{07810307-8A70-4310-B458-BB8624F95227}" type="sibTrans" cxnId="{BBB83F8C-0B7F-4776-9CBE-B053F29E414B}">
      <dgm:prSet phldrT="02" phldr="0"/>
      <dgm:spPr/>
    </dgm:pt>
    <dgm:pt modelId="{61A82012-BDB6-4EED-997F-1D4ED202D541}">
      <dgm:prSet phldrT="[Text]" custT="1"/>
      <dgm:spPr>
        <a:solidFill>
          <a:srgbClr val="028090"/>
        </a:solidFill>
        <a:ln>
          <a:solidFill>
            <a:srgbClr val="028090"/>
          </a:solidFill>
        </a:ln>
      </dgm:spPr>
      <dgm:t>
        <a:bodyPr/>
        <a:lstStyle/>
        <a:p>
          <a:pPr>
            <a:buNone/>
          </a:pPr>
          <a:r>
            <a:rPr lang="en-IN" sz="2000" dirty="0"/>
            <a:t>Transaction Dashboard</a:t>
          </a:r>
        </a:p>
      </dgm:t>
    </dgm:pt>
    <dgm:pt modelId="{6ECB235B-593E-433E-9F6C-5445C7C36C4E}" type="parTrans" cxnId="{DAAB3B11-4138-40E5-A3B0-261467D04AD6}">
      <dgm:prSet/>
      <dgm:spPr/>
      <dgm:t>
        <a:bodyPr/>
        <a:lstStyle/>
        <a:p>
          <a:endParaRPr lang="en-IN"/>
        </a:p>
      </dgm:t>
    </dgm:pt>
    <dgm:pt modelId="{78A767D2-E15B-4FFF-A6C1-E3142399B83D}" type="sibTrans" cxnId="{DAAB3B11-4138-40E5-A3B0-261467D04AD6}">
      <dgm:prSet phldrT="03" phldr="0"/>
      <dgm:spPr/>
    </dgm:pt>
    <dgm:pt modelId="{29E458B6-B61E-4180-ACD2-2226D0D073C8}">
      <dgm:prSet custT="1"/>
      <dgm:spPr>
        <a:noFill/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n-IN" sz="2000" b="1" dirty="0"/>
            <a:t>KPIs</a:t>
          </a:r>
          <a:endParaRPr lang="en-IN" sz="2000" dirty="0"/>
        </a:p>
      </dgm:t>
    </dgm:pt>
    <dgm:pt modelId="{BBD633AB-45B3-41FF-9322-2497F1248E23}" type="parTrans" cxnId="{B1DA6B2A-8E16-44F4-AF81-BD72814D3AD5}">
      <dgm:prSet/>
      <dgm:spPr/>
      <dgm:t>
        <a:bodyPr/>
        <a:lstStyle/>
        <a:p>
          <a:endParaRPr lang="en-IN"/>
        </a:p>
      </dgm:t>
    </dgm:pt>
    <dgm:pt modelId="{C40061C3-8586-4FCA-A4FA-9537C0DA8CFF}" type="sibTrans" cxnId="{B1DA6B2A-8E16-44F4-AF81-BD72814D3AD5}">
      <dgm:prSet/>
      <dgm:spPr/>
      <dgm:t>
        <a:bodyPr/>
        <a:lstStyle/>
        <a:p>
          <a:endParaRPr lang="en-IN"/>
        </a:p>
      </dgm:t>
    </dgm:pt>
    <dgm:pt modelId="{1052C481-1A8C-4680-9E4F-1663717CB925}">
      <dgm:prSet phldrT="[Text]" custT="1"/>
      <dgm:spPr>
        <a:solidFill>
          <a:srgbClr val="028090"/>
        </a:solidFill>
        <a:ln>
          <a:solidFill>
            <a:srgbClr val="028090"/>
          </a:solidFill>
        </a:ln>
      </dgm:spPr>
      <dgm:t>
        <a:bodyPr/>
        <a:lstStyle/>
        <a:p>
          <a:pPr>
            <a:buNone/>
          </a:pPr>
          <a:r>
            <a:rPr lang="en-IN" sz="2000" dirty="0"/>
            <a:t>Financial Performance Dashboard</a:t>
          </a:r>
        </a:p>
      </dgm:t>
    </dgm:pt>
    <dgm:pt modelId="{3A973B06-B298-4715-8599-94D3709726FD}" type="parTrans" cxnId="{2187D9D4-2F14-4564-B9FB-DF48BAD96AAD}">
      <dgm:prSet/>
      <dgm:spPr/>
      <dgm:t>
        <a:bodyPr/>
        <a:lstStyle/>
        <a:p>
          <a:endParaRPr lang="en-IN"/>
        </a:p>
      </dgm:t>
    </dgm:pt>
    <dgm:pt modelId="{0AE53001-F67F-4058-A003-485D782FC780}" type="sibTrans" cxnId="{2187D9D4-2F14-4564-B9FB-DF48BAD96AAD}">
      <dgm:prSet/>
      <dgm:spPr/>
      <dgm:t>
        <a:bodyPr/>
        <a:lstStyle/>
        <a:p>
          <a:endParaRPr lang="en-IN"/>
        </a:p>
      </dgm:t>
    </dgm:pt>
    <dgm:pt modelId="{A423255C-C94E-437A-AFF2-890BF687F061}">
      <dgm:prSet phldrT="[Text]" custT="1"/>
      <dgm:spPr>
        <a:solidFill>
          <a:srgbClr val="028090"/>
        </a:solidFill>
        <a:ln>
          <a:solidFill>
            <a:srgbClr val="028090"/>
          </a:solidFill>
        </a:ln>
      </dgm:spPr>
      <dgm:t>
        <a:bodyPr/>
        <a:lstStyle/>
        <a:p>
          <a:pPr>
            <a:buNone/>
          </a:pPr>
          <a:r>
            <a:rPr lang="en-IN" sz="2000" dirty="0"/>
            <a:t>Loan Portfolio Dashboard</a:t>
          </a:r>
        </a:p>
      </dgm:t>
    </dgm:pt>
    <dgm:pt modelId="{2DB2D38C-D07A-4F58-89F9-30CFDF776602}" type="parTrans" cxnId="{4DE9A7D2-1A5F-4878-A98F-29015B1B2617}">
      <dgm:prSet/>
      <dgm:spPr/>
      <dgm:t>
        <a:bodyPr/>
        <a:lstStyle/>
        <a:p>
          <a:endParaRPr lang="en-IN"/>
        </a:p>
      </dgm:t>
    </dgm:pt>
    <dgm:pt modelId="{7660FADF-389B-4E88-9DC6-DA0FD06583A0}" type="sibTrans" cxnId="{4DE9A7D2-1A5F-4878-A98F-29015B1B2617}">
      <dgm:prSet/>
      <dgm:spPr/>
      <dgm:t>
        <a:bodyPr/>
        <a:lstStyle/>
        <a:p>
          <a:endParaRPr lang="en-IN"/>
        </a:p>
      </dgm:t>
    </dgm:pt>
    <dgm:pt modelId="{E7A46E53-15AA-4F66-ADBE-6792EA689B3F}">
      <dgm:prSet custT="1"/>
      <dgm:spPr>
        <a:noFill/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dirty="0"/>
            <a:t>Total Customers </a:t>
          </a:r>
        </a:p>
      </dgm:t>
    </dgm:pt>
    <dgm:pt modelId="{2CC53B9A-2534-4424-9CAA-9CEEF28FE471}" type="parTrans" cxnId="{251D6596-EAD7-494D-94E8-BC0EBE882F43}">
      <dgm:prSet/>
      <dgm:spPr/>
      <dgm:t>
        <a:bodyPr/>
        <a:lstStyle/>
        <a:p>
          <a:endParaRPr lang="en-IN"/>
        </a:p>
      </dgm:t>
    </dgm:pt>
    <dgm:pt modelId="{9861646D-963C-4648-A347-C040B7390CB4}" type="sibTrans" cxnId="{251D6596-EAD7-494D-94E8-BC0EBE882F43}">
      <dgm:prSet/>
      <dgm:spPr/>
      <dgm:t>
        <a:bodyPr/>
        <a:lstStyle/>
        <a:p>
          <a:endParaRPr lang="en-IN"/>
        </a:p>
      </dgm:t>
    </dgm:pt>
    <dgm:pt modelId="{CC893E5D-6814-4372-BCAC-19431591304C}">
      <dgm:prSet custT="1"/>
      <dgm:spPr>
        <a:noFill/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/>
            <a:t>Age Distribution </a:t>
          </a:r>
        </a:p>
      </dgm:t>
    </dgm:pt>
    <dgm:pt modelId="{AAA4C95D-8D7C-4ABD-88AD-5B6C0327E14A}" type="parTrans" cxnId="{5BE31D5C-C9B8-44CF-A1F2-90A5E2E34BA9}">
      <dgm:prSet/>
      <dgm:spPr/>
      <dgm:t>
        <a:bodyPr/>
        <a:lstStyle/>
        <a:p>
          <a:endParaRPr lang="en-IN"/>
        </a:p>
      </dgm:t>
    </dgm:pt>
    <dgm:pt modelId="{3454E50E-FC24-4D5F-BA45-EDA07BB66DF0}" type="sibTrans" cxnId="{5BE31D5C-C9B8-44CF-A1F2-90A5E2E34BA9}">
      <dgm:prSet/>
      <dgm:spPr/>
      <dgm:t>
        <a:bodyPr/>
        <a:lstStyle/>
        <a:p>
          <a:endParaRPr lang="en-IN"/>
        </a:p>
      </dgm:t>
    </dgm:pt>
    <dgm:pt modelId="{EE6610A1-0F7B-4FFB-9CEA-659792A876BD}">
      <dgm:prSet custT="1"/>
      <dgm:spPr>
        <a:noFill/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/>
            <a:t>Gender Split </a:t>
          </a:r>
        </a:p>
      </dgm:t>
    </dgm:pt>
    <dgm:pt modelId="{28029C32-A119-4E4F-B19A-439567C4215F}" type="parTrans" cxnId="{AE9DEABC-549B-49B1-8F36-899F9A743A40}">
      <dgm:prSet/>
      <dgm:spPr/>
      <dgm:t>
        <a:bodyPr/>
        <a:lstStyle/>
        <a:p>
          <a:endParaRPr lang="en-IN"/>
        </a:p>
      </dgm:t>
    </dgm:pt>
    <dgm:pt modelId="{28413CFE-5926-445A-AE56-3F707E1A826E}" type="sibTrans" cxnId="{AE9DEABC-549B-49B1-8F36-899F9A743A40}">
      <dgm:prSet/>
      <dgm:spPr/>
      <dgm:t>
        <a:bodyPr/>
        <a:lstStyle/>
        <a:p>
          <a:endParaRPr lang="en-IN"/>
        </a:p>
      </dgm:t>
    </dgm:pt>
    <dgm:pt modelId="{58B841BF-0FEE-405A-B6E2-89651C43775C}">
      <dgm:prSet custT="1"/>
      <dgm:spPr>
        <a:noFill/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dirty="0"/>
            <a:t>Customers by District</a:t>
          </a:r>
        </a:p>
      </dgm:t>
    </dgm:pt>
    <dgm:pt modelId="{B4D83D9A-664E-4F8B-BA98-83D783502DDA}" type="parTrans" cxnId="{23FDAD5F-93C2-41A6-B4EA-E21045968A0E}">
      <dgm:prSet/>
      <dgm:spPr/>
      <dgm:t>
        <a:bodyPr/>
        <a:lstStyle/>
        <a:p>
          <a:endParaRPr lang="en-IN"/>
        </a:p>
      </dgm:t>
    </dgm:pt>
    <dgm:pt modelId="{1A1FD01F-57CF-4F6F-952D-861595298F4F}" type="sibTrans" cxnId="{23FDAD5F-93C2-41A6-B4EA-E21045968A0E}">
      <dgm:prSet/>
      <dgm:spPr/>
      <dgm:t>
        <a:bodyPr/>
        <a:lstStyle/>
        <a:p>
          <a:endParaRPr lang="en-IN"/>
        </a:p>
      </dgm:t>
    </dgm:pt>
    <dgm:pt modelId="{9E515F33-BC60-4095-BA33-F61A03393178}">
      <dgm:prSet custT="1"/>
      <dgm:spPr>
        <a:solidFill>
          <a:schemeClr val="bg1">
            <a:alpha val="90000"/>
          </a:schemeClr>
        </a:solidFill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n-IN" sz="2000" b="1" dirty="0"/>
            <a:t>KPIs</a:t>
          </a:r>
          <a:endParaRPr lang="en-IN" sz="2000" dirty="0"/>
        </a:p>
      </dgm:t>
    </dgm:pt>
    <dgm:pt modelId="{53199917-7459-405D-8459-B378791CFD03}" type="parTrans" cxnId="{0D6BA7FE-E4E9-4813-8B6F-748AF9A33CA8}">
      <dgm:prSet/>
      <dgm:spPr/>
      <dgm:t>
        <a:bodyPr/>
        <a:lstStyle/>
        <a:p>
          <a:endParaRPr lang="en-IN"/>
        </a:p>
      </dgm:t>
    </dgm:pt>
    <dgm:pt modelId="{313B25F9-49A4-47E2-867A-386D39D8E654}" type="sibTrans" cxnId="{0D6BA7FE-E4E9-4813-8B6F-748AF9A33CA8}">
      <dgm:prSet/>
      <dgm:spPr/>
      <dgm:t>
        <a:bodyPr/>
        <a:lstStyle/>
        <a:p>
          <a:endParaRPr lang="en-IN"/>
        </a:p>
      </dgm:t>
    </dgm:pt>
    <dgm:pt modelId="{8D3A1789-9A82-4994-8153-EBF670D0055C}">
      <dgm:prSet custT="1"/>
      <dgm:spPr>
        <a:solidFill>
          <a:schemeClr val="bg1">
            <a:alpha val="90000"/>
          </a:schemeClr>
        </a:solidFill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dirty="0"/>
            <a:t> Monthly Growth</a:t>
          </a:r>
        </a:p>
      </dgm:t>
    </dgm:pt>
    <dgm:pt modelId="{1C2A3DF2-16B8-4841-8193-975C8FDF0EB3}" type="parTrans" cxnId="{355EEC0A-8F72-4D69-A2E5-82BF224D67D7}">
      <dgm:prSet/>
      <dgm:spPr/>
      <dgm:t>
        <a:bodyPr/>
        <a:lstStyle/>
        <a:p>
          <a:endParaRPr lang="en-IN"/>
        </a:p>
      </dgm:t>
    </dgm:pt>
    <dgm:pt modelId="{8E5ACF5A-E98A-4BBE-AC3B-318EA6EBBFF0}" type="sibTrans" cxnId="{355EEC0A-8F72-4D69-A2E5-82BF224D67D7}">
      <dgm:prSet/>
      <dgm:spPr/>
      <dgm:t>
        <a:bodyPr/>
        <a:lstStyle/>
        <a:p>
          <a:endParaRPr lang="en-IN"/>
        </a:p>
      </dgm:t>
    </dgm:pt>
    <dgm:pt modelId="{259A86EA-AB35-4750-B69F-7A884F187C16}">
      <dgm:prSet custT="1"/>
      <dgm:spPr>
        <a:solidFill>
          <a:schemeClr val="bg1">
            <a:alpha val="90000"/>
          </a:schemeClr>
        </a:solidFill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dirty="0"/>
            <a:t>Account Profitability</a:t>
          </a:r>
        </a:p>
      </dgm:t>
    </dgm:pt>
    <dgm:pt modelId="{6CFFB077-02CC-4C00-B5BF-76502ADA6D99}" type="parTrans" cxnId="{5B56A39B-2C86-4FC6-B62E-CD73A72C2728}">
      <dgm:prSet/>
      <dgm:spPr/>
      <dgm:t>
        <a:bodyPr/>
        <a:lstStyle/>
        <a:p>
          <a:endParaRPr lang="en-IN"/>
        </a:p>
      </dgm:t>
    </dgm:pt>
    <dgm:pt modelId="{966DDBAB-F6B0-48E7-A940-5A679CDE51C8}" type="sibTrans" cxnId="{5B56A39B-2C86-4FC6-B62E-CD73A72C2728}">
      <dgm:prSet/>
      <dgm:spPr/>
      <dgm:t>
        <a:bodyPr/>
        <a:lstStyle/>
        <a:p>
          <a:endParaRPr lang="en-IN"/>
        </a:p>
      </dgm:t>
    </dgm:pt>
    <dgm:pt modelId="{4FA3ECBE-5FF9-4E8F-8B1F-BAADBE73BD08}">
      <dgm:prSet custT="1"/>
      <dgm:spPr>
        <a:solidFill>
          <a:schemeClr val="bg1">
            <a:alpha val="90000"/>
          </a:schemeClr>
        </a:solidFill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dirty="0"/>
            <a:t> Seasonal Trends</a:t>
          </a:r>
        </a:p>
      </dgm:t>
    </dgm:pt>
    <dgm:pt modelId="{A0966784-5BDC-4071-8E0C-665627B8DE85}" type="parTrans" cxnId="{D0DF3281-59F4-44FF-B71C-6E5AC3EBBC22}">
      <dgm:prSet/>
      <dgm:spPr/>
      <dgm:t>
        <a:bodyPr/>
        <a:lstStyle/>
        <a:p>
          <a:endParaRPr lang="en-IN"/>
        </a:p>
      </dgm:t>
    </dgm:pt>
    <dgm:pt modelId="{B253E444-9AF7-4BF4-B654-E716E38345A6}" type="sibTrans" cxnId="{D0DF3281-59F4-44FF-B71C-6E5AC3EBBC22}">
      <dgm:prSet/>
      <dgm:spPr/>
      <dgm:t>
        <a:bodyPr/>
        <a:lstStyle/>
        <a:p>
          <a:endParaRPr lang="en-IN"/>
        </a:p>
      </dgm:t>
    </dgm:pt>
    <dgm:pt modelId="{4190BEEF-3449-4DE0-82B9-D948B725DEBA}">
      <dgm:prSet custT="1"/>
      <dgm:spPr>
        <a:solidFill>
          <a:schemeClr val="bg1">
            <a:alpha val="90000"/>
          </a:schemeClr>
        </a:solidFill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n-IN" sz="2000" b="1" dirty="0"/>
            <a:t>KPIs</a:t>
          </a:r>
          <a:endParaRPr lang="en-IN" sz="2000" dirty="0"/>
        </a:p>
      </dgm:t>
    </dgm:pt>
    <dgm:pt modelId="{FBA5390E-7EED-4D50-9E53-397C08734C78}" type="parTrans" cxnId="{24B3CF9A-6348-4E45-99BB-1B7843731FC3}">
      <dgm:prSet/>
      <dgm:spPr/>
      <dgm:t>
        <a:bodyPr/>
        <a:lstStyle/>
        <a:p>
          <a:endParaRPr lang="en-IN"/>
        </a:p>
      </dgm:t>
    </dgm:pt>
    <dgm:pt modelId="{E40EFF74-361E-4E78-BD10-B7572944A7A4}" type="sibTrans" cxnId="{24B3CF9A-6348-4E45-99BB-1B7843731FC3}">
      <dgm:prSet/>
      <dgm:spPr/>
      <dgm:t>
        <a:bodyPr/>
        <a:lstStyle/>
        <a:p>
          <a:endParaRPr lang="en-IN"/>
        </a:p>
      </dgm:t>
    </dgm:pt>
    <dgm:pt modelId="{39B5F7B0-505D-43A1-B42B-D134FCA4D102}">
      <dgm:prSet custT="1"/>
      <dgm:spPr>
        <a:solidFill>
          <a:schemeClr val="bg1">
            <a:alpha val="90000"/>
          </a:schemeClr>
        </a:solidFill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dirty="0"/>
            <a:t>Default Rate</a:t>
          </a:r>
        </a:p>
      </dgm:t>
    </dgm:pt>
    <dgm:pt modelId="{75FFA74C-3AE9-472F-BCB5-F00002EE5F3A}" type="parTrans" cxnId="{5E34F356-C724-4334-BEB9-3D1EFC5968C9}">
      <dgm:prSet/>
      <dgm:spPr/>
      <dgm:t>
        <a:bodyPr/>
        <a:lstStyle/>
        <a:p>
          <a:endParaRPr lang="en-IN"/>
        </a:p>
      </dgm:t>
    </dgm:pt>
    <dgm:pt modelId="{CC329C45-040A-4A5A-868F-32851E7F9C01}" type="sibTrans" cxnId="{5E34F356-C724-4334-BEB9-3D1EFC5968C9}">
      <dgm:prSet/>
      <dgm:spPr/>
      <dgm:t>
        <a:bodyPr/>
        <a:lstStyle/>
        <a:p>
          <a:endParaRPr lang="en-IN"/>
        </a:p>
      </dgm:t>
    </dgm:pt>
    <dgm:pt modelId="{B829B9F3-4886-4E53-9A98-E9CBB13F1DC8}">
      <dgm:prSet custT="1"/>
      <dgm:spPr>
        <a:solidFill>
          <a:schemeClr val="bg1">
            <a:alpha val="90000"/>
          </a:schemeClr>
        </a:solidFill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dirty="0"/>
            <a:t>Average Loan Duration</a:t>
          </a:r>
        </a:p>
      </dgm:t>
    </dgm:pt>
    <dgm:pt modelId="{11EC5E13-3559-4B56-A1C2-E49ACCE15FA4}" type="parTrans" cxnId="{05D65E94-E096-41BE-AED1-F92D59C04D80}">
      <dgm:prSet/>
      <dgm:spPr/>
      <dgm:t>
        <a:bodyPr/>
        <a:lstStyle/>
        <a:p>
          <a:endParaRPr lang="en-IN"/>
        </a:p>
      </dgm:t>
    </dgm:pt>
    <dgm:pt modelId="{0F068C79-1734-426C-80B3-76C4BCB2155F}" type="sibTrans" cxnId="{05D65E94-E096-41BE-AED1-F92D59C04D80}">
      <dgm:prSet/>
      <dgm:spPr/>
      <dgm:t>
        <a:bodyPr/>
        <a:lstStyle/>
        <a:p>
          <a:endParaRPr lang="en-IN"/>
        </a:p>
      </dgm:t>
    </dgm:pt>
    <dgm:pt modelId="{73C2EA32-8975-4D15-9773-A082A8D05ACD}">
      <dgm:prSet custT="1"/>
      <dgm:spPr>
        <a:solidFill>
          <a:schemeClr val="bg1">
            <a:alpha val="90000"/>
          </a:schemeClr>
        </a:solidFill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dirty="0"/>
            <a:t>Loan Status Distribution</a:t>
          </a:r>
        </a:p>
      </dgm:t>
    </dgm:pt>
    <dgm:pt modelId="{87D21E31-510A-49A1-A36A-D48B467D2F1F}" type="parTrans" cxnId="{ADD9CE13-647F-4FBE-9D11-F9585FE0AAFA}">
      <dgm:prSet/>
      <dgm:spPr/>
      <dgm:t>
        <a:bodyPr/>
        <a:lstStyle/>
        <a:p>
          <a:endParaRPr lang="en-IN"/>
        </a:p>
      </dgm:t>
    </dgm:pt>
    <dgm:pt modelId="{A7F49B94-029F-4D4B-B1FF-6884B0C3EA92}" type="sibTrans" cxnId="{ADD9CE13-647F-4FBE-9D11-F9585FE0AAFA}">
      <dgm:prSet/>
      <dgm:spPr/>
      <dgm:t>
        <a:bodyPr/>
        <a:lstStyle/>
        <a:p>
          <a:endParaRPr lang="en-IN"/>
        </a:p>
      </dgm:t>
    </dgm:pt>
    <dgm:pt modelId="{BFC449D4-03DD-4389-9ADD-66DAF4967419}">
      <dgm:prSet custT="1"/>
      <dgm:spPr>
        <a:solidFill>
          <a:schemeClr val="bg1">
            <a:alpha val="90000"/>
          </a:schemeClr>
        </a:solidFill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None/>
          </a:pPr>
          <a:r>
            <a:rPr lang="en-IN" sz="2000" b="1" dirty="0"/>
            <a:t>KPIs</a:t>
          </a:r>
          <a:endParaRPr lang="en-IN" sz="2000" dirty="0"/>
        </a:p>
      </dgm:t>
    </dgm:pt>
    <dgm:pt modelId="{6A8D47B2-12DB-4B90-9CDC-4A24AFBCF3B7}" type="parTrans" cxnId="{29044B32-49DB-4543-97E9-E98BAEC649B2}">
      <dgm:prSet/>
      <dgm:spPr/>
      <dgm:t>
        <a:bodyPr/>
        <a:lstStyle/>
        <a:p>
          <a:endParaRPr lang="en-IN"/>
        </a:p>
      </dgm:t>
    </dgm:pt>
    <dgm:pt modelId="{170D79E3-AC26-40D5-BA77-F832031D01E0}" type="sibTrans" cxnId="{29044B32-49DB-4543-97E9-E98BAEC649B2}">
      <dgm:prSet/>
      <dgm:spPr/>
      <dgm:t>
        <a:bodyPr/>
        <a:lstStyle/>
        <a:p>
          <a:endParaRPr lang="en-IN"/>
        </a:p>
      </dgm:t>
    </dgm:pt>
    <dgm:pt modelId="{C0191C1A-3DE3-4B46-9E9B-4D4D3585A4BA}">
      <dgm:prSet custT="1"/>
      <dgm:spPr>
        <a:solidFill>
          <a:schemeClr val="bg1">
            <a:alpha val="90000"/>
          </a:schemeClr>
        </a:solidFill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/>
            <a:t>Average Balance </a:t>
          </a:r>
        </a:p>
      </dgm:t>
    </dgm:pt>
    <dgm:pt modelId="{05AFC91A-F83C-4D34-B928-917826CF94B9}" type="parTrans" cxnId="{3D3855D4-6F9C-4FB7-BBA4-FC41D2559E5F}">
      <dgm:prSet/>
      <dgm:spPr/>
      <dgm:t>
        <a:bodyPr/>
        <a:lstStyle/>
        <a:p>
          <a:endParaRPr lang="en-IN"/>
        </a:p>
      </dgm:t>
    </dgm:pt>
    <dgm:pt modelId="{36A29F7B-F79B-4769-A56F-D81AB6A9744F}" type="sibTrans" cxnId="{3D3855D4-6F9C-4FB7-BBA4-FC41D2559E5F}">
      <dgm:prSet/>
      <dgm:spPr/>
      <dgm:t>
        <a:bodyPr/>
        <a:lstStyle/>
        <a:p>
          <a:endParaRPr lang="en-IN"/>
        </a:p>
      </dgm:t>
    </dgm:pt>
    <dgm:pt modelId="{0C5E7DF6-B1DF-4F11-9EF6-0C1F5C444DF3}">
      <dgm:prSet custT="1"/>
      <dgm:spPr>
        <a:solidFill>
          <a:schemeClr val="bg1">
            <a:alpha val="90000"/>
          </a:schemeClr>
        </a:solidFill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/>
            <a:t>Debit/Credit Ratio </a:t>
          </a:r>
        </a:p>
      </dgm:t>
    </dgm:pt>
    <dgm:pt modelId="{FA49EFBB-504D-48A8-B259-35A9F6EEAC76}" type="parTrans" cxnId="{C15FDCB1-9053-43D0-B8EA-66568FD59633}">
      <dgm:prSet/>
      <dgm:spPr/>
      <dgm:t>
        <a:bodyPr/>
        <a:lstStyle/>
        <a:p>
          <a:endParaRPr lang="en-IN"/>
        </a:p>
      </dgm:t>
    </dgm:pt>
    <dgm:pt modelId="{6FA02674-C5AF-48C9-A263-F728C12061B7}" type="sibTrans" cxnId="{C15FDCB1-9053-43D0-B8EA-66568FD59633}">
      <dgm:prSet/>
      <dgm:spPr/>
      <dgm:t>
        <a:bodyPr/>
        <a:lstStyle/>
        <a:p>
          <a:endParaRPr lang="en-IN"/>
        </a:p>
      </dgm:t>
    </dgm:pt>
    <dgm:pt modelId="{2F3BC85F-611F-4377-BC02-E95596DC849F}">
      <dgm:prSet custT="1"/>
      <dgm:spPr>
        <a:solidFill>
          <a:schemeClr val="bg1">
            <a:alpha val="90000"/>
          </a:schemeClr>
        </a:solidFill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dirty="0"/>
            <a:t>Top Transaction Types </a:t>
          </a:r>
        </a:p>
      </dgm:t>
    </dgm:pt>
    <dgm:pt modelId="{4D9A3AC8-1963-4DA3-A7D7-11257C9C5516}" type="parTrans" cxnId="{62540CB8-E8FD-49EE-A997-6975F64EAC5D}">
      <dgm:prSet/>
      <dgm:spPr/>
      <dgm:t>
        <a:bodyPr/>
        <a:lstStyle/>
        <a:p>
          <a:endParaRPr lang="en-IN"/>
        </a:p>
      </dgm:t>
    </dgm:pt>
    <dgm:pt modelId="{04784FDE-06D4-4F39-A65A-90E15F5F81FD}" type="sibTrans" cxnId="{62540CB8-E8FD-49EE-A997-6975F64EAC5D}">
      <dgm:prSet/>
      <dgm:spPr/>
      <dgm:t>
        <a:bodyPr/>
        <a:lstStyle/>
        <a:p>
          <a:endParaRPr lang="en-IN"/>
        </a:p>
      </dgm:t>
    </dgm:pt>
    <dgm:pt modelId="{6033D2B6-C342-4CD6-BB16-FC71562BB033}">
      <dgm:prSet custT="1"/>
      <dgm:spPr>
        <a:solidFill>
          <a:schemeClr val="bg1">
            <a:alpha val="90000"/>
          </a:schemeClr>
        </a:solidFill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dirty="0"/>
            <a:t>Total Revenue</a:t>
          </a:r>
        </a:p>
      </dgm:t>
    </dgm:pt>
    <dgm:pt modelId="{49B16AD3-17FA-4625-900E-FF50280A3442}" type="parTrans" cxnId="{6C88C9D7-60CC-41BF-871A-1495C4C177E3}">
      <dgm:prSet/>
      <dgm:spPr/>
      <dgm:t>
        <a:bodyPr/>
        <a:lstStyle/>
        <a:p>
          <a:endParaRPr lang="en-IN"/>
        </a:p>
      </dgm:t>
    </dgm:pt>
    <dgm:pt modelId="{1A4003B8-596E-444B-92AA-EA98A3124C35}" type="sibTrans" cxnId="{6C88C9D7-60CC-41BF-871A-1495C4C177E3}">
      <dgm:prSet/>
      <dgm:spPr/>
      <dgm:t>
        <a:bodyPr/>
        <a:lstStyle/>
        <a:p>
          <a:endParaRPr lang="en-IN"/>
        </a:p>
      </dgm:t>
    </dgm:pt>
    <dgm:pt modelId="{95B9DEF7-8666-466B-A66A-7148274FDDF5}">
      <dgm:prSet custT="1"/>
      <dgm:spPr>
        <a:solidFill>
          <a:schemeClr val="bg1">
            <a:alpha val="90000"/>
          </a:schemeClr>
        </a:solidFill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dirty="0"/>
            <a:t>Total Loan Exposure</a:t>
          </a:r>
        </a:p>
      </dgm:t>
    </dgm:pt>
    <dgm:pt modelId="{4881EBB3-43CA-44A4-9FC2-71465D8C6BA2}" type="parTrans" cxnId="{CD36D585-0DBB-4F0B-BD80-4841FE3899D6}">
      <dgm:prSet/>
      <dgm:spPr/>
      <dgm:t>
        <a:bodyPr/>
        <a:lstStyle/>
        <a:p>
          <a:endParaRPr lang="en-IN"/>
        </a:p>
      </dgm:t>
    </dgm:pt>
    <dgm:pt modelId="{84C31722-6608-4F28-B6F3-725B69119F2C}" type="sibTrans" cxnId="{CD36D585-0DBB-4F0B-BD80-4841FE3899D6}">
      <dgm:prSet/>
      <dgm:spPr/>
      <dgm:t>
        <a:bodyPr/>
        <a:lstStyle/>
        <a:p>
          <a:endParaRPr lang="en-IN"/>
        </a:p>
      </dgm:t>
    </dgm:pt>
    <dgm:pt modelId="{F140A16E-96DB-432E-9D62-076A4EDC124B}">
      <dgm:prSet custT="1"/>
      <dgm:spPr>
        <a:solidFill>
          <a:schemeClr val="bg1">
            <a:alpha val="90000"/>
          </a:schemeClr>
        </a:solidFill>
        <a:ln>
          <a:solidFill>
            <a:srgbClr val="028090">
              <a:alpha val="90000"/>
            </a:srgbClr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dirty="0"/>
            <a:t>Transaction Volume </a:t>
          </a:r>
        </a:p>
      </dgm:t>
    </dgm:pt>
    <dgm:pt modelId="{73E7BA32-29D6-444D-9639-CEFE2BAEDB65}" type="parTrans" cxnId="{EE06E29F-DB2C-470E-BC72-8B1BF8C2C520}">
      <dgm:prSet/>
      <dgm:spPr/>
      <dgm:t>
        <a:bodyPr/>
        <a:lstStyle/>
        <a:p>
          <a:endParaRPr lang="en-IN"/>
        </a:p>
      </dgm:t>
    </dgm:pt>
    <dgm:pt modelId="{518D6F5B-A0EB-4A50-BD09-858FBE90DF32}" type="sibTrans" cxnId="{EE06E29F-DB2C-470E-BC72-8B1BF8C2C520}">
      <dgm:prSet/>
      <dgm:spPr/>
      <dgm:t>
        <a:bodyPr/>
        <a:lstStyle/>
        <a:p>
          <a:endParaRPr lang="en-IN"/>
        </a:p>
      </dgm:t>
    </dgm:pt>
    <dgm:pt modelId="{BC7FF606-F381-436E-A9A6-27CB4E7BC1E4}" type="pres">
      <dgm:prSet presAssocID="{3FD7D0D9-5A65-4043-998F-18FEC2CB6F56}" presName="Name0" presStyleCnt="0">
        <dgm:presLayoutVars>
          <dgm:dir/>
          <dgm:animLvl val="lvl"/>
          <dgm:resizeHandles val="exact"/>
        </dgm:presLayoutVars>
      </dgm:prSet>
      <dgm:spPr/>
    </dgm:pt>
    <dgm:pt modelId="{73F3F28C-2EA5-4799-9B01-5A8093246425}" type="pres">
      <dgm:prSet presAssocID="{7035DBC9-B257-4122-9B70-A0500A0A687F}" presName="composite" presStyleCnt="0"/>
      <dgm:spPr/>
    </dgm:pt>
    <dgm:pt modelId="{1DC9CC1E-2C26-4C99-8609-A0C1E2DF393E}" type="pres">
      <dgm:prSet presAssocID="{7035DBC9-B257-4122-9B70-A0500A0A687F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BF8DEAFD-EA40-4DD6-86C5-615AC0B1014A}" type="pres">
      <dgm:prSet presAssocID="{7035DBC9-B257-4122-9B70-A0500A0A687F}" presName="desTx" presStyleLbl="alignAccFollowNode1" presStyleIdx="0" presStyleCnt="4">
        <dgm:presLayoutVars>
          <dgm:bulletEnabled val="1"/>
        </dgm:presLayoutVars>
      </dgm:prSet>
      <dgm:spPr/>
    </dgm:pt>
    <dgm:pt modelId="{D4F3FA6B-2E2C-49F7-87C3-B1AAC8AC29E9}" type="pres">
      <dgm:prSet presAssocID="{07810307-8A70-4310-B458-BB8624F95227}" presName="space" presStyleCnt="0"/>
      <dgm:spPr/>
    </dgm:pt>
    <dgm:pt modelId="{54892A01-0FDD-4820-8C64-BD788495F69A}" type="pres">
      <dgm:prSet presAssocID="{1052C481-1A8C-4680-9E4F-1663717CB925}" presName="composite" presStyleCnt="0"/>
      <dgm:spPr/>
    </dgm:pt>
    <dgm:pt modelId="{05909664-E7A0-4639-8389-F024F29A2FA4}" type="pres">
      <dgm:prSet presAssocID="{1052C481-1A8C-4680-9E4F-1663717CB925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238845E3-FB2C-48CE-B4CA-0857F8E5A0D8}" type="pres">
      <dgm:prSet presAssocID="{1052C481-1A8C-4680-9E4F-1663717CB925}" presName="desTx" presStyleLbl="alignAccFollowNode1" presStyleIdx="1" presStyleCnt="4">
        <dgm:presLayoutVars>
          <dgm:bulletEnabled val="1"/>
        </dgm:presLayoutVars>
      </dgm:prSet>
      <dgm:spPr/>
    </dgm:pt>
    <dgm:pt modelId="{719A923E-18CA-4250-9D43-676F06891B03}" type="pres">
      <dgm:prSet presAssocID="{0AE53001-F67F-4058-A003-485D782FC780}" presName="space" presStyleCnt="0"/>
      <dgm:spPr/>
    </dgm:pt>
    <dgm:pt modelId="{3D2C7DCA-07B2-4390-85B1-56F4C301AF65}" type="pres">
      <dgm:prSet presAssocID="{A423255C-C94E-437A-AFF2-890BF687F061}" presName="composite" presStyleCnt="0"/>
      <dgm:spPr/>
    </dgm:pt>
    <dgm:pt modelId="{6EF75D64-B5FA-4962-B0DB-BEC85CB03022}" type="pres">
      <dgm:prSet presAssocID="{A423255C-C94E-437A-AFF2-890BF687F06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80E9C3C1-DA3C-449C-8E93-FF3BCEDD71C4}" type="pres">
      <dgm:prSet presAssocID="{A423255C-C94E-437A-AFF2-890BF687F061}" presName="desTx" presStyleLbl="alignAccFollowNode1" presStyleIdx="2" presStyleCnt="4">
        <dgm:presLayoutVars>
          <dgm:bulletEnabled val="1"/>
        </dgm:presLayoutVars>
      </dgm:prSet>
      <dgm:spPr/>
    </dgm:pt>
    <dgm:pt modelId="{7217281E-963B-4CA7-9468-E6ABE98DC601}" type="pres">
      <dgm:prSet presAssocID="{7660FADF-389B-4E88-9DC6-DA0FD06583A0}" presName="space" presStyleCnt="0"/>
      <dgm:spPr/>
    </dgm:pt>
    <dgm:pt modelId="{2A94DBEA-4937-47E2-B831-4C786AC8CD10}" type="pres">
      <dgm:prSet presAssocID="{61A82012-BDB6-4EED-997F-1D4ED202D541}" presName="composite" presStyleCnt="0"/>
      <dgm:spPr/>
    </dgm:pt>
    <dgm:pt modelId="{C681C493-1080-4770-9372-5842F448A116}" type="pres">
      <dgm:prSet presAssocID="{61A82012-BDB6-4EED-997F-1D4ED202D541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4F9403A1-7B28-4AEA-834D-3A751C801AFB}" type="pres">
      <dgm:prSet presAssocID="{61A82012-BDB6-4EED-997F-1D4ED202D541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CFA95F02-6E32-4775-93EB-6E4632208197}" type="presOf" srcId="{0C5E7DF6-B1DF-4F11-9EF6-0C1F5C444DF3}" destId="{4F9403A1-7B28-4AEA-834D-3A751C801AFB}" srcOrd="0" destOrd="3" presId="urn:microsoft.com/office/officeart/2005/8/layout/hList1"/>
    <dgm:cxn modelId="{355EEC0A-8F72-4D69-A2E5-82BF224D67D7}" srcId="{1052C481-1A8C-4680-9E4F-1663717CB925}" destId="{8D3A1789-9A82-4994-8153-EBF670D0055C}" srcOrd="2" destOrd="0" parTransId="{1C2A3DF2-16B8-4841-8193-975C8FDF0EB3}" sibTransId="{8E5ACF5A-E98A-4BBE-AC3B-318EA6EBBFF0}"/>
    <dgm:cxn modelId="{DAAB3B11-4138-40E5-A3B0-261467D04AD6}" srcId="{3FD7D0D9-5A65-4043-998F-18FEC2CB6F56}" destId="{61A82012-BDB6-4EED-997F-1D4ED202D541}" srcOrd="3" destOrd="0" parTransId="{6ECB235B-593E-433E-9F6C-5445C7C36C4E}" sibTransId="{78A767D2-E15B-4FFF-A6C1-E3142399B83D}"/>
    <dgm:cxn modelId="{81A8A313-A1B2-415D-881F-C9CA7686D6DA}" type="presOf" srcId="{C0191C1A-3DE3-4B46-9E9B-4D4D3585A4BA}" destId="{4F9403A1-7B28-4AEA-834D-3A751C801AFB}" srcOrd="0" destOrd="2" presId="urn:microsoft.com/office/officeart/2005/8/layout/hList1"/>
    <dgm:cxn modelId="{ADD9CE13-647F-4FBE-9D11-F9585FE0AAFA}" srcId="{A423255C-C94E-437A-AFF2-890BF687F061}" destId="{73C2EA32-8975-4D15-9773-A082A8D05ACD}" srcOrd="4" destOrd="0" parTransId="{87D21E31-510A-49A1-A36A-D48B467D2F1F}" sibTransId="{A7F49B94-029F-4D4B-B1FF-6884B0C3EA92}"/>
    <dgm:cxn modelId="{A4471814-572F-4555-904E-4564536AA4BE}" type="presOf" srcId="{EE6610A1-0F7B-4FFB-9CEA-659792A876BD}" destId="{BF8DEAFD-EA40-4DD6-86C5-615AC0B1014A}" srcOrd="0" destOrd="3" presId="urn:microsoft.com/office/officeart/2005/8/layout/hList1"/>
    <dgm:cxn modelId="{2347F024-4828-42BE-8D33-EAEACF644BE6}" type="presOf" srcId="{2F3BC85F-611F-4377-BC02-E95596DC849F}" destId="{4F9403A1-7B28-4AEA-834D-3A751C801AFB}" srcOrd="0" destOrd="4" presId="urn:microsoft.com/office/officeart/2005/8/layout/hList1"/>
    <dgm:cxn modelId="{B1DA6B2A-8E16-44F4-AF81-BD72814D3AD5}" srcId="{7035DBC9-B257-4122-9B70-A0500A0A687F}" destId="{29E458B6-B61E-4180-ACD2-2226D0D073C8}" srcOrd="0" destOrd="0" parTransId="{BBD633AB-45B3-41FF-9322-2497F1248E23}" sibTransId="{C40061C3-8586-4FCA-A4FA-9537C0DA8CFF}"/>
    <dgm:cxn modelId="{5164852A-A078-4622-90DF-980650BE1BC2}" type="presOf" srcId="{4FA3ECBE-5FF9-4E8F-8B1F-BAADBE73BD08}" destId="{238845E3-FB2C-48CE-B4CA-0857F8E5A0D8}" srcOrd="0" destOrd="4" presId="urn:microsoft.com/office/officeart/2005/8/layout/hList1"/>
    <dgm:cxn modelId="{29044B32-49DB-4543-97E9-E98BAEC649B2}" srcId="{61A82012-BDB6-4EED-997F-1D4ED202D541}" destId="{BFC449D4-03DD-4389-9ADD-66DAF4967419}" srcOrd="0" destOrd="0" parTransId="{6A8D47B2-12DB-4B90-9CDC-4A24AFBCF3B7}" sibTransId="{170D79E3-AC26-40D5-BA77-F832031D01E0}"/>
    <dgm:cxn modelId="{5BE31D5C-C9B8-44CF-A1F2-90A5E2E34BA9}" srcId="{7035DBC9-B257-4122-9B70-A0500A0A687F}" destId="{CC893E5D-6814-4372-BCAC-19431591304C}" srcOrd="2" destOrd="0" parTransId="{AAA4C95D-8D7C-4ABD-88AD-5B6C0327E14A}" sibTransId="{3454E50E-FC24-4D5F-BA45-EDA07BB66DF0}"/>
    <dgm:cxn modelId="{23FDAD5F-93C2-41A6-B4EA-E21045968A0E}" srcId="{7035DBC9-B257-4122-9B70-A0500A0A687F}" destId="{58B841BF-0FEE-405A-B6E2-89651C43775C}" srcOrd="4" destOrd="0" parTransId="{B4D83D9A-664E-4F8B-BA98-83D783502DDA}" sibTransId="{1A1FD01F-57CF-4F6F-952D-861595298F4F}"/>
    <dgm:cxn modelId="{10290860-110B-40C1-B337-41F09C67C8DE}" type="presOf" srcId="{259A86EA-AB35-4750-B69F-7A884F187C16}" destId="{238845E3-FB2C-48CE-B4CA-0857F8E5A0D8}" srcOrd="0" destOrd="3" presId="urn:microsoft.com/office/officeart/2005/8/layout/hList1"/>
    <dgm:cxn modelId="{74332266-92E6-4BAF-9ABC-B5F5D5AEE0BD}" type="presOf" srcId="{73C2EA32-8975-4D15-9773-A082A8D05ACD}" destId="{80E9C3C1-DA3C-449C-8E93-FF3BCEDD71C4}" srcOrd="0" destOrd="4" presId="urn:microsoft.com/office/officeart/2005/8/layout/hList1"/>
    <dgm:cxn modelId="{B18B6268-99CC-4E28-AA86-C5E461A84D3C}" type="presOf" srcId="{A423255C-C94E-437A-AFF2-890BF687F061}" destId="{6EF75D64-B5FA-4962-B0DB-BEC85CB03022}" srcOrd="0" destOrd="0" presId="urn:microsoft.com/office/officeart/2005/8/layout/hList1"/>
    <dgm:cxn modelId="{5E97BE51-621F-4DAE-8F13-E6B6D63B6C2A}" type="presOf" srcId="{29E458B6-B61E-4180-ACD2-2226D0D073C8}" destId="{BF8DEAFD-EA40-4DD6-86C5-615AC0B1014A}" srcOrd="0" destOrd="0" presId="urn:microsoft.com/office/officeart/2005/8/layout/hList1"/>
    <dgm:cxn modelId="{D682A952-9CD6-4452-9076-C5CFE2AFBC7B}" type="presOf" srcId="{4190BEEF-3449-4DE0-82B9-D948B725DEBA}" destId="{80E9C3C1-DA3C-449C-8E93-FF3BCEDD71C4}" srcOrd="0" destOrd="0" presId="urn:microsoft.com/office/officeart/2005/8/layout/hList1"/>
    <dgm:cxn modelId="{11662D54-8658-4C3B-ADF3-367D2374E139}" type="presOf" srcId="{61A82012-BDB6-4EED-997F-1D4ED202D541}" destId="{C681C493-1080-4770-9372-5842F448A116}" srcOrd="0" destOrd="0" presId="urn:microsoft.com/office/officeart/2005/8/layout/hList1"/>
    <dgm:cxn modelId="{5E34F356-C724-4334-BEB9-3D1EFC5968C9}" srcId="{A423255C-C94E-437A-AFF2-890BF687F061}" destId="{39B5F7B0-505D-43A1-B42B-D134FCA4D102}" srcOrd="2" destOrd="0" parTransId="{75FFA74C-3AE9-472F-BCB5-F00002EE5F3A}" sibTransId="{CC329C45-040A-4A5A-868F-32851E7F9C01}"/>
    <dgm:cxn modelId="{E92E8959-4BE9-48BD-B0CA-AE817F48C571}" type="presOf" srcId="{3FD7D0D9-5A65-4043-998F-18FEC2CB6F56}" destId="{BC7FF606-F381-436E-A9A6-27CB4E7BC1E4}" srcOrd="0" destOrd="0" presId="urn:microsoft.com/office/officeart/2005/8/layout/hList1"/>
    <dgm:cxn modelId="{D0DF3281-59F4-44FF-B71C-6E5AC3EBBC22}" srcId="{1052C481-1A8C-4680-9E4F-1663717CB925}" destId="{4FA3ECBE-5FF9-4E8F-8B1F-BAADBE73BD08}" srcOrd="4" destOrd="0" parTransId="{A0966784-5BDC-4071-8E0C-665627B8DE85}" sibTransId="{B253E444-9AF7-4BF4-B654-E716E38345A6}"/>
    <dgm:cxn modelId="{920B7582-A221-47BA-8427-EA828F2D1B9A}" type="presOf" srcId="{6033D2B6-C342-4CD6-BB16-FC71562BB033}" destId="{238845E3-FB2C-48CE-B4CA-0857F8E5A0D8}" srcOrd="0" destOrd="1" presId="urn:microsoft.com/office/officeart/2005/8/layout/hList1"/>
    <dgm:cxn modelId="{CD36D585-0DBB-4F0B-BD80-4841FE3899D6}" srcId="{A423255C-C94E-437A-AFF2-890BF687F061}" destId="{95B9DEF7-8666-466B-A66A-7148274FDDF5}" srcOrd="1" destOrd="0" parTransId="{4881EBB3-43CA-44A4-9FC2-71465D8C6BA2}" sibTransId="{84C31722-6608-4F28-B6F3-725B69119F2C}"/>
    <dgm:cxn modelId="{BBB83F8C-0B7F-4776-9CBE-B053F29E414B}" srcId="{3FD7D0D9-5A65-4043-998F-18FEC2CB6F56}" destId="{7035DBC9-B257-4122-9B70-A0500A0A687F}" srcOrd="0" destOrd="0" parTransId="{6EB891F4-0439-400B-BE9A-51203EBE897D}" sibTransId="{07810307-8A70-4310-B458-BB8624F95227}"/>
    <dgm:cxn modelId="{05D65E94-E096-41BE-AED1-F92D59C04D80}" srcId="{A423255C-C94E-437A-AFF2-890BF687F061}" destId="{B829B9F3-4886-4E53-9A98-E9CBB13F1DC8}" srcOrd="3" destOrd="0" parTransId="{11EC5E13-3559-4B56-A1C2-E49ACCE15FA4}" sibTransId="{0F068C79-1734-426C-80B3-76C4BCB2155F}"/>
    <dgm:cxn modelId="{251D6596-EAD7-494D-94E8-BC0EBE882F43}" srcId="{7035DBC9-B257-4122-9B70-A0500A0A687F}" destId="{E7A46E53-15AA-4F66-ADBE-6792EA689B3F}" srcOrd="1" destOrd="0" parTransId="{2CC53B9A-2534-4424-9CAA-9CEEF28FE471}" sibTransId="{9861646D-963C-4648-A347-C040B7390CB4}"/>
    <dgm:cxn modelId="{24B3CF9A-6348-4E45-99BB-1B7843731FC3}" srcId="{A423255C-C94E-437A-AFF2-890BF687F061}" destId="{4190BEEF-3449-4DE0-82B9-D948B725DEBA}" srcOrd="0" destOrd="0" parTransId="{FBA5390E-7EED-4D50-9E53-397C08734C78}" sibTransId="{E40EFF74-361E-4E78-BD10-B7572944A7A4}"/>
    <dgm:cxn modelId="{5B56A39B-2C86-4FC6-B62E-CD73A72C2728}" srcId="{1052C481-1A8C-4680-9E4F-1663717CB925}" destId="{259A86EA-AB35-4750-B69F-7A884F187C16}" srcOrd="3" destOrd="0" parTransId="{6CFFB077-02CC-4C00-B5BF-76502ADA6D99}" sibTransId="{966DDBAB-F6B0-48E7-A940-5A679CDE51C8}"/>
    <dgm:cxn modelId="{D69A1D9E-E7A3-4B8D-B994-8B7C7CD77F54}" type="presOf" srcId="{39B5F7B0-505D-43A1-B42B-D134FCA4D102}" destId="{80E9C3C1-DA3C-449C-8E93-FF3BCEDD71C4}" srcOrd="0" destOrd="2" presId="urn:microsoft.com/office/officeart/2005/8/layout/hList1"/>
    <dgm:cxn modelId="{EE06E29F-DB2C-470E-BC72-8B1BF8C2C520}" srcId="{61A82012-BDB6-4EED-997F-1D4ED202D541}" destId="{F140A16E-96DB-432E-9D62-076A4EDC124B}" srcOrd="1" destOrd="0" parTransId="{73E7BA32-29D6-444D-9639-CEFE2BAEDB65}" sibTransId="{518D6F5B-A0EB-4A50-BD09-858FBE90DF32}"/>
    <dgm:cxn modelId="{635D60A3-4C28-44C8-9817-CDE69BE0F953}" type="presOf" srcId="{7035DBC9-B257-4122-9B70-A0500A0A687F}" destId="{1DC9CC1E-2C26-4C99-8609-A0C1E2DF393E}" srcOrd="0" destOrd="0" presId="urn:microsoft.com/office/officeart/2005/8/layout/hList1"/>
    <dgm:cxn modelId="{A811CFB1-8479-409D-B303-0A5929FD71A5}" type="presOf" srcId="{BFC449D4-03DD-4389-9ADD-66DAF4967419}" destId="{4F9403A1-7B28-4AEA-834D-3A751C801AFB}" srcOrd="0" destOrd="0" presId="urn:microsoft.com/office/officeart/2005/8/layout/hList1"/>
    <dgm:cxn modelId="{C15FDCB1-9053-43D0-B8EA-66568FD59633}" srcId="{61A82012-BDB6-4EED-997F-1D4ED202D541}" destId="{0C5E7DF6-B1DF-4F11-9EF6-0C1F5C444DF3}" srcOrd="3" destOrd="0" parTransId="{FA49EFBB-504D-48A8-B259-35A9F6EEAC76}" sibTransId="{6FA02674-C5AF-48C9-A263-F728C12061B7}"/>
    <dgm:cxn modelId="{8A70A7B6-1B03-4DB1-88C8-6F1DDBD19CD7}" type="presOf" srcId="{58B841BF-0FEE-405A-B6E2-89651C43775C}" destId="{BF8DEAFD-EA40-4DD6-86C5-615AC0B1014A}" srcOrd="0" destOrd="4" presId="urn:microsoft.com/office/officeart/2005/8/layout/hList1"/>
    <dgm:cxn modelId="{62540CB8-E8FD-49EE-A997-6975F64EAC5D}" srcId="{61A82012-BDB6-4EED-997F-1D4ED202D541}" destId="{2F3BC85F-611F-4377-BC02-E95596DC849F}" srcOrd="4" destOrd="0" parTransId="{4D9A3AC8-1963-4DA3-A7D7-11257C9C5516}" sibTransId="{04784FDE-06D4-4F39-A65A-90E15F5F81FD}"/>
    <dgm:cxn modelId="{178A5CBC-0D53-4B98-99E0-FA7765EA9846}" type="presOf" srcId="{95B9DEF7-8666-466B-A66A-7148274FDDF5}" destId="{80E9C3C1-DA3C-449C-8E93-FF3BCEDD71C4}" srcOrd="0" destOrd="1" presId="urn:microsoft.com/office/officeart/2005/8/layout/hList1"/>
    <dgm:cxn modelId="{AE9DEABC-549B-49B1-8F36-899F9A743A40}" srcId="{7035DBC9-B257-4122-9B70-A0500A0A687F}" destId="{EE6610A1-0F7B-4FFB-9CEA-659792A876BD}" srcOrd="3" destOrd="0" parTransId="{28029C32-A119-4E4F-B19A-439567C4215F}" sibTransId="{28413CFE-5926-445A-AE56-3F707E1A826E}"/>
    <dgm:cxn modelId="{0590B4BF-C9EC-44BC-BDD7-7C97B5725492}" type="presOf" srcId="{9E515F33-BC60-4095-BA33-F61A03393178}" destId="{238845E3-FB2C-48CE-B4CA-0857F8E5A0D8}" srcOrd="0" destOrd="0" presId="urn:microsoft.com/office/officeart/2005/8/layout/hList1"/>
    <dgm:cxn modelId="{2CD601CB-03A3-40ED-AF40-4B75D143828D}" type="presOf" srcId="{E7A46E53-15AA-4F66-ADBE-6792EA689B3F}" destId="{BF8DEAFD-EA40-4DD6-86C5-615AC0B1014A}" srcOrd="0" destOrd="1" presId="urn:microsoft.com/office/officeart/2005/8/layout/hList1"/>
    <dgm:cxn modelId="{9E7D2CCC-6E8B-4423-8905-50CF6789D0B5}" type="presOf" srcId="{CC893E5D-6814-4372-BCAC-19431591304C}" destId="{BF8DEAFD-EA40-4DD6-86C5-615AC0B1014A}" srcOrd="0" destOrd="2" presId="urn:microsoft.com/office/officeart/2005/8/layout/hList1"/>
    <dgm:cxn modelId="{4DE9A7D2-1A5F-4878-A98F-29015B1B2617}" srcId="{3FD7D0D9-5A65-4043-998F-18FEC2CB6F56}" destId="{A423255C-C94E-437A-AFF2-890BF687F061}" srcOrd="2" destOrd="0" parTransId="{2DB2D38C-D07A-4F58-89F9-30CFDF776602}" sibTransId="{7660FADF-389B-4E88-9DC6-DA0FD06583A0}"/>
    <dgm:cxn modelId="{3D3855D4-6F9C-4FB7-BBA4-FC41D2559E5F}" srcId="{61A82012-BDB6-4EED-997F-1D4ED202D541}" destId="{C0191C1A-3DE3-4B46-9E9B-4D4D3585A4BA}" srcOrd="2" destOrd="0" parTransId="{05AFC91A-F83C-4D34-B928-917826CF94B9}" sibTransId="{36A29F7B-F79B-4769-A56F-D81AB6A9744F}"/>
    <dgm:cxn modelId="{2187D9D4-2F14-4564-B9FB-DF48BAD96AAD}" srcId="{3FD7D0D9-5A65-4043-998F-18FEC2CB6F56}" destId="{1052C481-1A8C-4680-9E4F-1663717CB925}" srcOrd="1" destOrd="0" parTransId="{3A973B06-B298-4715-8599-94D3709726FD}" sibTransId="{0AE53001-F67F-4058-A003-485D782FC780}"/>
    <dgm:cxn modelId="{6C88C9D7-60CC-41BF-871A-1495C4C177E3}" srcId="{1052C481-1A8C-4680-9E4F-1663717CB925}" destId="{6033D2B6-C342-4CD6-BB16-FC71562BB033}" srcOrd="1" destOrd="0" parTransId="{49B16AD3-17FA-4625-900E-FF50280A3442}" sibTransId="{1A4003B8-596E-444B-92AA-EA98A3124C35}"/>
    <dgm:cxn modelId="{DA9E60DC-BC76-4DD3-9D0C-6E4DE9C32A04}" type="presOf" srcId="{B829B9F3-4886-4E53-9A98-E9CBB13F1DC8}" destId="{80E9C3C1-DA3C-449C-8E93-FF3BCEDD71C4}" srcOrd="0" destOrd="3" presId="urn:microsoft.com/office/officeart/2005/8/layout/hList1"/>
    <dgm:cxn modelId="{5160D2DE-D571-44D8-99B6-26E0B6F5C9A7}" type="presOf" srcId="{F140A16E-96DB-432E-9D62-076A4EDC124B}" destId="{4F9403A1-7B28-4AEA-834D-3A751C801AFB}" srcOrd="0" destOrd="1" presId="urn:microsoft.com/office/officeart/2005/8/layout/hList1"/>
    <dgm:cxn modelId="{6E0CCBE8-52EC-472C-87C6-A27A17840273}" type="presOf" srcId="{1052C481-1A8C-4680-9E4F-1663717CB925}" destId="{05909664-E7A0-4639-8389-F024F29A2FA4}" srcOrd="0" destOrd="0" presId="urn:microsoft.com/office/officeart/2005/8/layout/hList1"/>
    <dgm:cxn modelId="{12ABCEEF-F363-49AC-8DC9-185A54989F23}" type="presOf" srcId="{8D3A1789-9A82-4994-8153-EBF670D0055C}" destId="{238845E3-FB2C-48CE-B4CA-0857F8E5A0D8}" srcOrd="0" destOrd="2" presId="urn:microsoft.com/office/officeart/2005/8/layout/hList1"/>
    <dgm:cxn modelId="{0D6BA7FE-E4E9-4813-8B6F-748AF9A33CA8}" srcId="{1052C481-1A8C-4680-9E4F-1663717CB925}" destId="{9E515F33-BC60-4095-BA33-F61A03393178}" srcOrd="0" destOrd="0" parTransId="{53199917-7459-405D-8459-B378791CFD03}" sibTransId="{313B25F9-49A4-47E2-867A-386D39D8E654}"/>
    <dgm:cxn modelId="{0B4620B8-6776-4064-9448-33C4A42935EC}" type="presParOf" srcId="{BC7FF606-F381-436E-A9A6-27CB4E7BC1E4}" destId="{73F3F28C-2EA5-4799-9B01-5A8093246425}" srcOrd="0" destOrd="0" presId="urn:microsoft.com/office/officeart/2005/8/layout/hList1"/>
    <dgm:cxn modelId="{A2D22D3E-219F-47ED-AF4E-6587F75F7802}" type="presParOf" srcId="{73F3F28C-2EA5-4799-9B01-5A8093246425}" destId="{1DC9CC1E-2C26-4C99-8609-A0C1E2DF393E}" srcOrd="0" destOrd="0" presId="urn:microsoft.com/office/officeart/2005/8/layout/hList1"/>
    <dgm:cxn modelId="{E86B31DE-1407-453A-95D5-CD130297DFDB}" type="presParOf" srcId="{73F3F28C-2EA5-4799-9B01-5A8093246425}" destId="{BF8DEAFD-EA40-4DD6-86C5-615AC0B1014A}" srcOrd="1" destOrd="0" presId="urn:microsoft.com/office/officeart/2005/8/layout/hList1"/>
    <dgm:cxn modelId="{D9A5E6D4-2F38-4FAC-B6AF-CEEA6D99864C}" type="presParOf" srcId="{BC7FF606-F381-436E-A9A6-27CB4E7BC1E4}" destId="{D4F3FA6B-2E2C-49F7-87C3-B1AAC8AC29E9}" srcOrd="1" destOrd="0" presId="urn:microsoft.com/office/officeart/2005/8/layout/hList1"/>
    <dgm:cxn modelId="{288C5397-A366-4B60-9304-A852B4B85AF6}" type="presParOf" srcId="{BC7FF606-F381-436E-A9A6-27CB4E7BC1E4}" destId="{54892A01-0FDD-4820-8C64-BD788495F69A}" srcOrd="2" destOrd="0" presId="urn:microsoft.com/office/officeart/2005/8/layout/hList1"/>
    <dgm:cxn modelId="{05C202FD-22B6-4D1F-A499-E6EEBFAEFDBD}" type="presParOf" srcId="{54892A01-0FDD-4820-8C64-BD788495F69A}" destId="{05909664-E7A0-4639-8389-F024F29A2FA4}" srcOrd="0" destOrd="0" presId="urn:microsoft.com/office/officeart/2005/8/layout/hList1"/>
    <dgm:cxn modelId="{6E94E18F-1C02-44A7-94C0-53AAEBD6FE62}" type="presParOf" srcId="{54892A01-0FDD-4820-8C64-BD788495F69A}" destId="{238845E3-FB2C-48CE-B4CA-0857F8E5A0D8}" srcOrd="1" destOrd="0" presId="urn:microsoft.com/office/officeart/2005/8/layout/hList1"/>
    <dgm:cxn modelId="{D2730C0B-9197-4B8F-AFC9-4D6CC9A153CD}" type="presParOf" srcId="{BC7FF606-F381-436E-A9A6-27CB4E7BC1E4}" destId="{719A923E-18CA-4250-9D43-676F06891B03}" srcOrd="3" destOrd="0" presId="urn:microsoft.com/office/officeart/2005/8/layout/hList1"/>
    <dgm:cxn modelId="{A4B4925D-F869-4D88-84B9-93B5CAF2314E}" type="presParOf" srcId="{BC7FF606-F381-436E-A9A6-27CB4E7BC1E4}" destId="{3D2C7DCA-07B2-4390-85B1-56F4C301AF65}" srcOrd="4" destOrd="0" presId="urn:microsoft.com/office/officeart/2005/8/layout/hList1"/>
    <dgm:cxn modelId="{F0A13759-8834-4E78-BE83-588DB8B2EC24}" type="presParOf" srcId="{3D2C7DCA-07B2-4390-85B1-56F4C301AF65}" destId="{6EF75D64-B5FA-4962-B0DB-BEC85CB03022}" srcOrd="0" destOrd="0" presId="urn:microsoft.com/office/officeart/2005/8/layout/hList1"/>
    <dgm:cxn modelId="{833BCFEC-2F1B-438B-ADB3-D36C4EEB4D8C}" type="presParOf" srcId="{3D2C7DCA-07B2-4390-85B1-56F4C301AF65}" destId="{80E9C3C1-DA3C-449C-8E93-FF3BCEDD71C4}" srcOrd="1" destOrd="0" presId="urn:microsoft.com/office/officeart/2005/8/layout/hList1"/>
    <dgm:cxn modelId="{EBEBB8CA-FF1F-4763-80F5-9057F98D30FC}" type="presParOf" srcId="{BC7FF606-F381-436E-A9A6-27CB4E7BC1E4}" destId="{7217281E-963B-4CA7-9468-E6ABE98DC601}" srcOrd="5" destOrd="0" presId="urn:microsoft.com/office/officeart/2005/8/layout/hList1"/>
    <dgm:cxn modelId="{AE521ED2-93AE-47E9-84DC-425D89B11515}" type="presParOf" srcId="{BC7FF606-F381-436E-A9A6-27CB4E7BC1E4}" destId="{2A94DBEA-4937-47E2-B831-4C786AC8CD10}" srcOrd="6" destOrd="0" presId="urn:microsoft.com/office/officeart/2005/8/layout/hList1"/>
    <dgm:cxn modelId="{3FA8F413-DAF0-488C-8D9C-83C98906FDD5}" type="presParOf" srcId="{2A94DBEA-4937-47E2-B831-4C786AC8CD10}" destId="{C681C493-1080-4770-9372-5842F448A116}" srcOrd="0" destOrd="0" presId="urn:microsoft.com/office/officeart/2005/8/layout/hList1"/>
    <dgm:cxn modelId="{E3FB002E-C415-4AFD-A898-3052DD629D19}" type="presParOf" srcId="{2A94DBEA-4937-47E2-B831-4C786AC8CD10}" destId="{4F9403A1-7B28-4AEA-834D-3A751C801AF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7A16DB-5F2B-43BD-9556-0482E7868A0F}">
      <dsp:nvSpPr>
        <dsp:cNvPr id="0" name=""/>
        <dsp:cNvSpPr/>
      </dsp:nvSpPr>
      <dsp:spPr>
        <a:xfrm>
          <a:off x="0" y="297657"/>
          <a:ext cx="10350266" cy="453600"/>
        </a:xfrm>
        <a:prstGeom prst="rect">
          <a:avLst/>
        </a:prstGeom>
        <a:solidFill>
          <a:srgbClr val="028090">
            <a:alpha val="90000"/>
          </a:srgbClr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4A95D-3156-4E66-9F36-074D97C921F4}">
      <dsp:nvSpPr>
        <dsp:cNvPr id="0" name=""/>
        <dsp:cNvSpPr/>
      </dsp:nvSpPr>
      <dsp:spPr>
        <a:xfrm>
          <a:off x="517513" y="31977"/>
          <a:ext cx="7245186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851" tIns="0" rIns="27385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Calibri" pitchFamily="34" charset="0"/>
              <a:ea typeface="Calibri" pitchFamily="34" charset="-122"/>
              <a:cs typeface="Calibri" pitchFamily="34" charset="-120"/>
            </a:rPr>
            <a:t>Customer Demographics</a:t>
          </a:r>
          <a:endParaRPr lang="en-IN" sz="1800" kern="1200" dirty="0"/>
        </a:p>
      </dsp:txBody>
      <dsp:txXfrm>
        <a:off x="543452" y="57916"/>
        <a:ext cx="7193308" cy="479482"/>
      </dsp:txXfrm>
    </dsp:sp>
    <dsp:sp modelId="{46E8D63F-5B34-4B05-B43C-19142409C3C4}">
      <dsp:nvSpPr>
        <dsp:cNvPr id="0" name=""/>
        <dsp:cNvSpPr/>
      </dsp:nvSpPr>
      <dsp:spPr>
        <a:xfrm>
          <a:off x="0" y="1114137"/>
          <a:ext cx="10350266" cy="453600"/>
        </a:xfrm>
        <a:prstGeom prst="rect">
          <a:avLst/>
        </a:prstGeom>
        <a:solidFill>
          <a:srgbClr val="028090">
            <a:alpha val="90000"/>
          </a:srgbClr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EA3A97-D41F-4555-B384-BEAE99D290B2}">
      <dsp:nvSpPr>
        <dsp:cNvPr id="0" name=""/>
        <dsp:cNvSpPr/>
      </dsp:nvSpPr>
      <dsp:spPr>
        <a:xfrm>
          <a:off x="517513" y="848457"/>
          <a:ext cx="7245186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851" tIns="0" rIns="27385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Calibri" pitchFamily="34" charset="0"/>
              <a:ea typeface="Calibri" pitchFamily="34" charset="-122"/>
              <a:cs typeface="Calibri" pitchFamily="34" charset="-120"/>
            </a:rPr>
            <a:t>Account Analysis</a:t>
          </a:r>
          <a:endParaRPr lang="en-IN" sz="1800" kern="1200" dirty="0"/>
        </a:p>
      </dsp:txBody>
      <dsp:txXfrm>
        <a:off x="543452" y="874396"/>
        <a:ext cx="7193308" cy="479482"/>
      </dsp:txXfrm>
    </dsp:sp>
    <dsp:sp modelId="{551E3794-8CF6-4C39-9404-9EC182479140}">
      <dsp:nvSpPr>
        <dsp:cNvPr id="0" name=""/>
        <dsp:cNvSpPr/>
      </dsp:nvSpPr>
      <dsp:spPr>
        <a:xfrm>
          <a:off x="0" y="1930617"/>
          <a:ext cx="10350266" cy="453600"/>
        </a:xfrm>
        <a:prstGeom prst="rect">
          <a:avLst/>
        </a:prstGeom>
        <a:solidFill>
          <a:srgbClr val="028090">
            <a:alpha val="90000"/>
          </a:srgbClr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29AAF4-30EE-403C-8F56-66401783659D}">
      <dsp:nvSpPr>
        <dsp:cNvPr id="0" name=""/>
        <dsp:cNvSpPr/>
      </dsp:nvSpPr>
      <dsp:spPr>
        <a:xfrm>
          <a:off x="517513" y="1664937"/>
          <a:ext cx="7245186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851" tIns="0" rIns="27385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Calibri" pitchFamily="34" charset="0"/>
              <a:ea typeface="Calibri" pitchFamily="34" charset="-122"/>
              <a:cs typeface="Calibri" pitchFamily="34" charset="-120"/>
            </a:rPr>
            <a:t>Transaction Overview</a:t>
          </a:r>
          <a:endParaRPr lang="en-IN" sz="1800" kern="1200" dirty="0"/>
        </a:p>
      </dsp:txBody>
      <dsp:txXfrm>
        <a:off x="543452" y="1690876"/>
        <a:ext cx="7193308" cy="479482"/>
      </dsp:txXfrm>
    </dsp:sp>
    <dsp:sp modelId="{E17581C6-36FA-429B-AD48-6CF217CDC518}">
      <dsp:nvSpPr>
        <dsp:cNvPr id="0" name=""/>
        <dsp:cNvSpPr/>
      </dsp:nvSpPr>
      <dsp:spPr>
        <a:xfrm>
          <a:off x="0" y="2747097"/>
          <a:ext cx="10350266" cy="453600"/>
        </a:xfrm>
        <a:prstGeom prst="rect">
          <a:avLst/>
        </a:prstGeom>
        <a:solidFill>
          <a:srgbClr val="028090">
            <a:alpha val="90000"/>
          </a:srgbClr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C56453-B90B-4C70-AD84-4BDACC74C9EB}">
      <dsp:nvSpPr>
        <dsp:cNvPr id="0" name=""/>
        <dsp:cNvSpPr/>
      </dsp:nvSpPr>
      <dsp:spPr>
        <a:xfrm>
          <a:off x="517513" y="2481417"/>
          <a:ext cx="7245186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851" tIns="0" rIns="27385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Calibri" pitchFamily="34" charset="0"/>
              <a:ea typeface="Calibri" pitchFamily="34" charset="-122"/>
              <a:cs typeface="Calibri" pitchFamily="34" charset="-120"/>
            </a:rPr>
            <a:t>Loan Overview</a:t>
          </a:r>
          <a:endParaRPr lang="en-IN" sz="1800" kern="1200" dirty="0"/>
        </a:p>
      </dsp:txBody>
      <dsp:txXfrm>
        <a:off x="543452" y="2507356"/>
        <a:ext cx="7193308" cy="479482"/>
      </dsp:txXfrm>
    </dsp:sp>
    <dsp:sp modelId="{2537873D-C54F-4D75-8AE4-0BF71809EE7C}">
      <dsp:nvSpPr>
        <dsp:cNvPr id="0" name=""/>
        <dsp:cNvSpPr/>
      </dsp:nvSpPr>
      <dsp:spPr>
        <a:xfrm>
          <a:off x="0" y="3563577"/>
          <a:ext cx="10350266" cy="453600"/>
        </a:xfrm>
        <a:prstGeom prst="rect">
          <a:avLst/>
        </a:prstGeom>
        <a:solidFill>
          <a:srgbClr val="028090">
            <a:alpha val="90000"/>
          </a:srgbClr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FE38B-BDF7-4706-A1AD-88B894499B63}">
      <dsp:nvSpPr>
        <dsp:cNvPr id="0" name=""/>
        <dsp:cNvSpPr/>
      </dsp:nvSpPr>
      <dsp:spPr>
        <a:xfrm>
          <a:off x="517513" y="3297897"/>
          <a:ext cx="7245186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851" tIns="0" rIns="27385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Calibri" pitchFamily="34" charset="0"/>
              <a:ea typeface="Calibri" pitchFamily="34" charset="-122"/>
              <a:cs typeface="Calibri" pitchFamily="34" charset="-120"/>
            </a:rPr>
            <a:t>Card &amp; Product Adoption</a:t>
          </a:r>
          <a:endParaRPr lang="en-IN" sz="1800" kern="1200" dirty="0"/>
        </a:p>
      </dsp:txBody>
      <dsp:txXfrm>
        <a:off x="543452" y="3323836"/>
        <a:ext cx="7193308" cy="479482"/>
      </dsp:txXfrm>
    </dsp:sp>
    <dsp:sp modelId="{9B6A317E-2EF6-4606-86BF-D0D24D3CD261}">
      <dsp:nvSpPr>
        <dsp:cNvPr id="0" name=""/>
        <dsp:cNvSpPr/>
      </dsp:nvSpPr>
      <dsp:spPr>
        <a:xfrm>
          <a:off x="0" y="4380057"/>
          <a:ext cx="10350266" cy="453600"/>
        </a:xfrm>
        <a:prstGeom prst="rect">
          <a:avLst/>
        </a:prstGeom>
        <a:solidFill>
          <a:srgbClr val="028090">
            <a:alpha val="90000"/>
          </a:srgbClr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70CFB1-40C5-4BA7-BA17-3E18D6B67A86}">
      <dsp:nvSpPr>
        <dsp:cNvPr id="0" name=""/>
        <dsp:cNvSpPr/>
      </dsp:nvSpPr>
      <dsp:spPr>
        <a:xfrm>
          <a:off x="517513" y="4114377"/>
          <a:ext cx="7245186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851" tIns="0" rIns="27385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Regional / District Analysis</a:t>
          </a:r>
          <a:endParaRPr lang="en-IN" sz="1800" kern="1200" dirty="0"/>
        </a:p>
      </dsp:txBody>
      <dsp:txXfrm>
        <a:off x="543452" y="4140316"/>
        <a:ext cx="7193308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C9CC1E-2C26-4C99-8609-A0C1E2DF393E}">
      <dsp:nvSpPr>
        <dsp:cNvPr id="0" name=""/>
        <dsp:cNvSpPr/>
      </dsp:nvSpPr>
      <dsp:spPr>
        <a:xfrm>
          <a:off x="4166" y="186828"/>
          <a:ext cx="2505134" cy="1002053"/>
        </a:xfrm>
        <a:prstGeom prst="rect">
          <a:avLst/>
        </a:prstGeom>
        <a:solidFill>
          <a:srgbClr val="028090"/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Customer Analytics Dashboard</a:t>
          </a:r>
        </a:p>
      </dsp:txBody>
      <dsp:txXfrm>
        <a:off x="4166" y="186828"/>
        <a:ext cx="2505134" cy="1002053"/>
      </dsp:txXfrm>
    </dsp:sp>
    <dsp:sp modelId="{BF8DEAFD-EA40-4DD6-86C5-615AC0B1014A}">
      <dsp:nvSpPr>
        <dsp:cNvPr id="0" name=""/>
        <dsp:cNvSpPr/>
      </dsp:nvSpPr>
      <dsp:spPr>
        <a:xfrm>
          <a:off x="4166" y="1188881"/>
          <a:ext cx="2505134" cy="2854800"/>
        </a:xfrm>
        <a:prstGeom prst="rect">
          <a:avLst/>
        </a:prstGeom>
        <a:noFill/>
        <a:ln w="25400" cap="flat" cmpd="sng" algn="ctr">
          <a:solidFill>
            <a:srgbClr val="028090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000" b="1" kern="1200" dirty="0"/>
            <a:t>KPIs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 dirty="0"/>
            <a:t>Total Customers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/>
            <a:t>Age Distribution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/>
            <a:t>Gender Split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 dirty="0"/>
            <a:t>Customers by District</a:t>
          </a:r>
        </a:p>
      </dsp:txBody>
      <dsp:txXfrm>
        <a:off x="4166" y="1188881"/>
        <a:ext cx="2505134" cy="2854800"/>
      </dsp:txXfrm>
    </dsp:sp>
    <dsp:sp modelId="{05909664-E7A0-4639-8389-F024F29A2FA4}">
      <dsp:nvSpPr>
        <dsp:cNvPr id="0" name=""/>
        <dsp:cNvSpPr/>
      </dsp:nvSpPr>
      <dsp:spPr>
        <a:xfrm>
          <a:off x="2860019" y="186828"/>
          <a:ext cx="2505134" cy="1002053"/>
        </a:xfrm>
        <a:prstGeom prst="rect">
          <a:avLst/>
        </a:prstGeom>
        <a:solidFill>
          <a:srgbClr val="028090"/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Financial Performance Dashboard</a:t>
          </a:r>
        </a:p>
      </dsp:txBody>
      <dsp:txXfrm>
        <a:off x="2860019" y="186828"/>
        <a:ext cx="2505134" cy="1002053"/>
      </dsp:txXfrm>
    </dsp:sp>
    <dsp:sp modelId="{238845E3-FB2C-48CE-B4CA-0857F8E5A0D8}">
      <dsp:nvSpPr>
        <dsp:cNvPr id="0" name=""/>
        <dsp:cNvSpPr/>
      </dsp:nvSpPr>
      <dsp:spPr>
        <a:xfrm>
          <a:off x="2860019" y="1188881"/>
          <a:ext cx="2505134" cy="2854800"/>
        </a:xfrm>
        <a:prstGeom prst="rect">
          <a:avLst/>
        </a:prstGeom>
        <a:solidFill>
          <a:schemeClr val="bg1">
            <a:alpha val="90000"/>
          </a:schemeClr>
        </a:solidFill>
        <a:ln w="25400" cap="flat" cmpd="sng" algn="ctr">
          <a:solidFill>
            <a:srgbClr val="028090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000" b="1" kern="1200" dirty="0"/>
            <a:t>KPIs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 dirty="0"/>
            <a:t>Total Revenue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 dirty="0"/>
            <a:t> Monthly Growth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 dirty="0"/>
            <a:t>Account Profitability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 dirty="0"/>
            <a:t> Seasonal Trends</a:t>
          </a:r>
        </a:p>
      </dsp:txBody>
      <dsp:txXfrm>
        <a:off x="2860019" y="1188881"/>
        <a:ext cx="2505134" cy="2854800"/>
      </dsp:txXfrm>
    </dsp:sp>
    <dsp:sp modelId="{6EF75D64-B5FA-4962-B0DB-BEC85CB03022}">
      <dsp:nvSpPr>
        <dsp:cNvPr id="0" name=""/>
        <dsp:cNvSpPr/>
      </dsp:nvSpPr>
      <dsp:spPr>
        <a:xfrm>
          <a:off x="5715872" y="186828"/>
          <a:ext cx="2505134" cy="1002053"/>
        </a:xfrm>
        <a:prstGeom prst="rect">
          <a:avLst/>
        </a:prstGeom>
        <a:solidFill>
          <a:srgbClr val="028090"/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Loan Portfolio Dashboard</a:t>
          </a:r>
        </a:p>
      </dsp:txBody>
      <dsp:txXfrm>
        <a:off x="5715872" y="186828"/>
        <a:ext cx="2505134" cy="1002053"/>
      </dsp:txXfrm>
    </dsp:sp>
    <dsp:sp modelId="{80E9C3C1-DA3C-449C-8E93-FF3BCEDD71C4}">
      <dsp:nvSpPr>
        <dsp:cNvPr id="0" name=""/>
        <dsp:cNvSpPr/>
      </dsp:nvSpPr>
      <dsp:spPr>
        <a:xfrm>
          <a:off x="5715872" y="1188881"/>
          <a:ext cx="2505134" cy="2854800"/>
        </a:xfrm>
        <a:prstGeom prst="rect">
          <a:avLst/>
        </a:prstGeom>
        <a:solidFill>
          <a:schemeClr val="bg1">
            <a:alpha val="90000"/>
          </a:schemeClr>
        </a:solidFill>
        <a:ln w="25400" cap="flat" cmpd="sng" algn="ctr">
          <a:solidFill>
            <a:srgbClr val="028090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IN" sz="2000" b="1" kern="1200" dirty="0"/>
            <a:t>KPIs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 dirty="0"/>
            <a:t>Total Loan Exposure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 dirty="0"/>
            <a:t>Default Rate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 dirty="0"/>
            <a:t>Average Loan Duration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 dirty="0"/>
            <a:t>Loan Status Distribution</a:t>
          </a:r>
        </a:p>
      </dsp:txBody>
      <dsp:txXfrm>
        <a:off x="5715872" y="1188881"/>
        <a:ext cx="2505134" cy="2854800"/>
      </dsp:txXfrm>
    </dsp:sp>
    <dsp:sp modelId="{C681C493-1080-4770-9372-5842F448A116}">
      <dsp:nvSpPr>
        <dsp:cNvPr id="0" name=""/>
        <dsp:cNvSpPr/>
      </dsp:nvSpPr>
      <dsp:spPr>
        <a:xfrm>
          <a:off x="8571726" y="186828"/>
          <a:ext cx="2505134" cy="1002053"/>
        </a:xfrm>
        <a:prstGeom prst="rect">
          <a:avLst/>
        </a:prstGeom>
        <a:solidFill>
          <a:srgbClr val="028090"/>
        </a:solidFill>
        <a:ln w="25400" cap="flat" cmpd="sng" algn="ctr">
          <a:solidFill>
            <a:srgbClr val="02809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Transaction Dashboard</a:t>
          </a:r>
        </a:p>
      </dsp:txBody>
      <dsp:txXfrm>
        <a:off x="8571726" y="186828"/>
        <a:ext cx="2505134" cy="1002053"/>
      </dsp:txXfrm>
    </dsp:sp>
    <dsp:sp modelId="{4F9403A1-7B28-4AEA-834D-3A751C801AFB}">
      <dsp:nvSpPr>
        <dsp:cNvPr id="0" name=""/>
        <dsp:cNvSpPr/>
      </dsp:nvSpPr>
      <dsp:spPr>
        <a:xfrm>
          <a:off x="8571726" y="1188881"/>
          <a:ext cx="2505134" cy="2854800"/>
        </a:xfrm>
        <a:prstGeom prst="rect">
          <a:avLst/>
        </a:prstGeom>
        <a:solidFill>
          <a:schemeClr val="bg1">
            <a:alpha val="90000"/>
          </a:schemeClr>
        </a:solidFill>
        <a:ln w="25400" cap="flat" cmpd="sng" algn="ctr">
          <a:solidFill>
            <a:srgbClr val="028090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000" b="1" kern="1200" dirty="0"/>
            <a:t>KPIs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 dirty="0"/>
            <a:t>Transaction Volume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/>
            <a:t>Average Balance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/>
            <a:t>Debit/Credit Ratio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kern="1200" dirty="0"/>
            <a:t>Top Transaction Types </a:t>
          </a:r>
        </a:p>
      </dsp:txBody>
      <dsp:txXfrm>
        <a:off x="8571726" y="1188881"/>
        <a:ext cx="2505134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20:06:2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24362,'20'948'0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7T20:07:48.24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0,'21426'0,"-21412"0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7T20:14:1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22009,'6109'0'0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93CE8-3B10-43B2-8860-AFD8154600F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489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93CE8-3B10-43B2-8860-AFD8154600F8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385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300218" y="1347837"/>
            <a:ext cx="5884333" cy="50892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IN" sz="2667" b="1" u="sng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Project Title</a:t>
            </a:r>
          </a:p>
          <a:p>
            <a:pPr algn="ctr" defTabSz="1219170">
              <a:buClr>
                <a:srgbClr val="000000"/>
              </a:buClr>
            </a:pPr>
            <a:r>
              <a:rPr lang="en-IN" sz="265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</a:rPr>
              <a:t>Banking Analytics Solution for Czechoslovakia Bank</a:t>
            </a: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5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Name: Aakash kumar</a:t>
            </a:r>
            <a:endParaRPr lang="en-IN" sz="2650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5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Date: 20-06-26</a:t>
            </a:r>
            <a:endParaRPr lang="en-IN" sz="2650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08BD93-7F15-AB5A-4AF0-A96BBB908092}"/>
              </a:ext>
            </a:extLst>
          </p:cNvPr>
          <p:cNvSpPr txBox="1"/>
          <p:nvPr/>
        </p:nvSpPr>
        <p:spPr>
          <a:xfrm>
            <a:off x="440366" y="3589725"/>
            <a:ext cx="11304106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cs typeface="Arial"/>
              </a:rPr>
              <a:t>Business problems:</a:t>
            </a:r>
          </a:p>
          <a:p>
            <a:pPr marL="342900" indent="-342900">
              <a:buFont typeface="Wingdings"/>
              <a:buChar char="§"/>
            </a:pPr>
            <a:r>
              <a:rPr lang="en-IN" sz="2000" dirty="0"/>
              <a:t>The bank has accumulated five years of customer, account, transaction, loan, card and regional demographic data. However, management lacks a centralized analytical framework to monitor business performance, customer </a:t>
            </a:r>
            <a:r>
              <a:rPr lang="en-IN" sz="2000" dirty="0" err="1"/>
              <a:t>behavior</a:t>
            </a:r>
            <a:r>
              <a:rPr lang="en-IN" sz="2000" dirty="0"/>
              <a:t>, profitability, loan exposure and regional opportunities.</a:t>
            </a:r>
            <a:endParaRPr lang="en-US" sz="2000" dirty="0"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B52D05-C2C8-6C59-B871-F06D663360DB}"/>
              </a:ext>
            </a:extLst>
          </p:cNvPr>
          <p:cNvSpPr txBox="1"/>
          <p:nvPr/>
        </p:nvSpPr>
        <p:spPr>
          <a:xfrm>
            <a:off x="440366" y="1771282"/>
            <a:ext cx="11751633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Project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~1 Million Records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8 Tables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5 Years of Banking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End-to-End Analytics Solution</a:t>
            </a:r>
            <a:endParaRPr lang="en-IN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A59382-5EDF-325C-4089-1537EFB556C4}"/>
              </a:ext>
            </a:extLst>
          </p:cNvPr>
          <p:cNvSpPr txBox="1"/>
          <p:nvPr/>
        </p:nvSpPr>
        <p:spPr>
          <a:xfrm>
            <a:off x="440368" y="1183945"/>
            <a:ext cx="117516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Banking Analytics Solution for Czechoslovakia Bank</a:t>
            </a:r>
            <a:endParaRPr lang="en-US" sz="2000" dirty="0">
              <a:cs typeface="Arial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83C3DD25-A2BB-C33F-3678-3ECBF002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</p:spPr>
        <p:txBody>
          <a:bodyPr/>
          <a:lstStyle/>
          <a:p>
            <a:r>
              <a:rPr lang="en-US" sz="3200" dirty="0">
                <a:cs typeface="Arial"/>
              </a:rPr>
              <a:t>Project Overview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98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377E0D-5B99-C360-DF6A-149FB316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cs typeface="Arial"/>
              </a:rPr>
              <a:t>Business Context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CABFCF-54A9-5550-17D8-5C03AAF25898}"/>
              </a:ext>
            </a:extLst>
          </p:cNvPr>
          <p:cNvSpPr txBox="1"/>
          <p:nvPr/>
        </p:nvSpPr>
        <p:spPr>
          <a:xfrm>
            <a:off x="542346" y="1349635"/>
            <a:ext cx="292309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Customer Visibility</a:t>
            </a:r>
            <a:endParaRPr lang="en-IN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E53F2F-48B9-466D-A981-CCBC8A03F455}"/>
              </a:ext>
            </a:extLst>
          </p:cNvPr>
          <p:cNvSpPr txBox="1"/>
          <p:nvPr/>
        </p:nvSpPr>
        <p:spPr>
          <a:xfrm>
            <a:off x="542346" y="1718967"/>
            <a:ext cx="2923098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Limited visibility into customer demographics and </a:t>
            </a:r>
            <a:r>
              <a:rPr lang="en-IN" sz="2000" dirty="0" err="1"/>
              <a:t>behavior</a:t>
            </a:r>
            <a:r>
              <a:rPr lang="en-IN" sz="20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19C679-04C5-D04A-56C3-A0309238ED4F}"/>
              </a:ext>
            </a:extLst>
          </p:cNvPr>
          <p:cNvSpPr txBox="1"/>
          <p:nvPr/>
        </p:nvSpPr>
        <p:spPr>
          <a:xfrm>
            <a:off x="4392097" y="1349635"/>
            <a:ext cx="3320667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Profitability Measurement</a:t>
            </a:r>
            <a:endParaRPr lang="en-IN" sz="2000" b="1" cap="al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60F79C-4A17-7BC2-2914-95B1B00F02FA}"/>
              </a:ext>
            </a:extLst>
          </p:cNvPr>
          <p:cNvSpPr txBox="1"/>
          <p:nvPr/>
        </p:nvSpPr>
        <p:spPr>
          <a:xfrm>
            <a:off x="4392097" y="1718967"/>
            <a:ext cx="3320667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Difficulty measuring profitability.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31BB32-4EDE-E49C-85BC-9468579CC52E}"/>
              </a:ext>
            </a:extLst>
          </p:cNvPr>
          <p:cNvSpPr txBox="1"/>
          <p:nvPr/>
        </p:nvSpPr>
        <p:spPr>
          <a:xfrm>
            <a:off x="8241850" y="1349635"/>
            <a:ext cx="292309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Transaction Insights</a:t>
            </a:r>
            <a:endParaRPr lang="en-IN" sz="2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EA032C-1F0F-EE4F-B6E4-6C7842E4FEF7}"/>
              </a:ext>
            </a:extLst>
          </p:cNvPr>
          <p:cNvSpPr txBox="1"/>
          <p:nvPr/>
        </p:nvSpPr>
        <p:spPr>
          <a:xfrm>
            <a:off x="8241850" y="1718967"/>
            <a:ext cx="2923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</a:t>
            </a:r>
            <a:r>
              <a:rPr lang="en-IN" sz="2000" dirty="0"/>
              <a:t>ack of transaction pattern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376465-0197-6DD2-481F-4A58AE8418A9}"/>
              </a:ext>
            </a:extLst>
          </p:cNvPr>
          <p:cNvSpPr txBox="1"/>
          <p:nvPr/>
        </p:nvSpPr>
        <p:spPr>
          <a:xfrm>
            <a:off x="542346" y="3134032"/>
            <a:ext cx="292309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Loan Portfolio Risk</a:t>
            </a:r>
            <a:endParaRPr lang="en-IN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1BFC7E-1C04-05A3-C55D-038263CEB9CB}"/>
              </a:ext>
            </a:extLst>
          </p:cNvPr>
          <p:cNvSpPr txBox="1"/>
          <p:nvPr/>
        </p:nvSpPr>
        <p:spPr>
          <a:xfrm>
            <a:off x="542346" y="3503364"/>
            <a:ext cx="2923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Limited loan risk monitoring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779645-03CB-DD0F-89C7-22FE8536F56B}"/>
              </a:ext>
            </a:extLst>
          </p:cNvPr>
          <p:cNvSpPr txBox="1"/>
          <p:nvPr/>
        </p:nvSpPr>
        <p:spPr>
          <a:xfrm>
            <a:off x="4392098" y="3134032"/>
            <a:ext cx="292309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Cross-Sell/Upsell</a:t>
            </a:r>
            <a:endParaRPr lang="en-IN" sz="2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BD7EE5-6609-8799-9A8B-087FD69D6AFC}"/>
              </a:ext>
            </a:extLst>
          </p:cNvPr>
          <p:cNvSpPr txBox="1"/>
          <p:nvPr/>
        </p:nvSpPr>
        <p:spPr>
          <a:xfrm>
            <a:off x="4392098" y="3503364"/>
            <a:ext cx="2923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Difficulty identifying product opportunities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112000-2A88-0DF7-7B3B-E9924C06E101}"/>
              </a:ext>
            </a:extLst>
          </p:cNvPr>
          <p:cNvSpPr txBox="1"/>
          <p:nvPr/>
        </p:nvSpPr>
        <p:spPr>
          <a:xfrm>
            <a:off x="8241850" y="3134032"/>
            <a:ext cx="2923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Regional Opportunities</a:t>
            </a:r>
            <a:endParaRPr lang="en-IN" sz="2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801D98-7F23-216C-4D12-EC9AD1350CB9}"/>
              </a:ext>
            </a:extLst>
          </p:cNvPr>
          <p:cNvSpPr txBox="1"/>
          <p:nvPr/>
        </p:nvSpPr>
        <p:spPr>
          <a:xfrm>
            <a:off x="8241850" y="3503364"/>
            <a:ext cx="2923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Limited district-level insights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B5A32D-87E2-B60A-5F5C-D92D6BDAF712}"/>
              </a:ext>
            </a:extLst>
          </p:cNvPr>
          <p:cNvSpPr txBox="1"/>
          <p:nvPr/>
        </p:nvSpPr>
        <p:spPr>
          <a:xfrm>
            <a:off x="542346" y="4895094"/>
            <a:ext cx="2923098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Customer Retention</a:t>
            </a:r>
            <a:endParaRPr lang="en-IN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9254B1-3FF8-ED91-2CDF-186EA2108646}"/>
              </a:ext>
            </a:extLst>
          </p:cNvPr>
          <p:cNvSpPr txBox="1"/>
          <p:nvPr/>
        </p:nvSpPr>
        <p:spPr>
          <a:xfrm>
            <a:off x="542346" y="5264426"/>
            <a:ext cx="2923098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Need for churn reduction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2190495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63C08D0A-439A-EA61-B1E5-5F3A140D5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</p:spPr>
        <p:txBody>
          <a:bodyPr/>
          <a:lstStyle/>
          <a:p>
            <a:r>
              <a:rPr lang="en-US" sz="3200" dirty="0">
                <a:cs typeface="Arial"/>
              </a:rPr>
              <a:t>Business Objectives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ED7E6D4-EEAE-07C0-AF06-ED71AB85A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136806"/>
              </p:ext>
            </p:extLst>
          </p:nvPr>
        </p:nvGraphicFramePr>
        <p:xfrm>
          <a:off x="532121" y="1193312"/>
          <a:ext cx="10675200" cy="478341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337600">
                  <a:extLst>
                    <a:ext uri="{9D8B030D-6E8A-4147-A177-3AD203B41FA5}">
                      <a16:colId xmlns:a16="http://schemas.microsoft.com/office/drawing/2014/main" val="3148453499"/>
                    </a:ext>
                  </a:extLst>
                </a:gridCol>
                <a:gridCol w="5337600">
                  <a:extLst>
                    <a:ext uri="{9D8B030D-6E8A-4147-A177-3AD203B41FA5}">
                      <a16:colId xmlns:a16="http://schemas.microsoft.com/office/drawing/2014/main" val="4078941026"/>
                    </a:ext>
                  </a:extLst>
                </a:gridCol>
              </a:tblGrid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Objective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Purpose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171936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Customer 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Demographics &amp; Segmentation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537771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Financial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Revenue &amp; Profitability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15765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Product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Product Adoption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963229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Loan Portfolio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Risk &amp; Growth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309068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Operational 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Cost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186449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Regional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District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51756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Customer 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Churn &amp; Engagement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30312"/>
                  </a:ext>
                </a:extLst>
              </a:tr>
              <a:tr h="531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Strategic Growth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Expansion Opportunities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64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800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639B2B-700F-ED64-D8D4-71A35057EA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510171"/>
              </p:ext>
            </p:extLst>
          </p:nvPr>
        </p:nvGraphicFramePr>
        <p:xfrm>
          <a:off x="532121" y="1193312"/>
          <a:ext cx="10546276" cy="405463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273138">
                  <a:extLst>
                    <a:ext uri="{9D8B030D-6E8A-4147-A177-3AD203B41FA5}">
                      <a16:colId xmlns:a16="http://schemas.microsoft.com/office/drawing/2014/main" val="3148453499"/>
                    </a:ext>
                  </a:extLst>
                </a:gridCol>
                <a:gridCol w="5273138">
                  <a:extLst>
                    <a:ext uri="{9D8B030D-6E8A-4147-A177-3AD203B41FA5}">
                      <a16:colId xmlns:a16="http://schemas.microsoft.com/office/drawing/2014/main" val="4078941026"/>
                    </a:ext>
                  </a:extLst>
                </a:gridCol>
              </a:tblGrid>
              <a:tr h="675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Tool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Usage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171936"/>
                  </a:ext>
                </a:extLst>
              </a:tr>
              <a:tr h="675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latin typeface="+mj-lt"/>
                        </a:rPr>
                        <a:t>SQL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validation, Quality checks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537771"/>
                  </a:ext>
                </a:extLst>
              </a:tr>
              <a:tr h="675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NumPy, Matplotlib, Seaborn, Plotly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15765"/>
                  </a:ext>
                </a:extLst>
              </a:tr>
              <a:tr h="675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latin typeface="+mj-lt"/>
                        </a:rPr>
                        <a:t>Power 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Modelling, DAX, dashboards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963229"/>
                  </a:ext>
                </a:extLst>
              </a:tr>
              <a:tr h="675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rgbClr val="0F172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Power BI Service </a:t>
                      </a:r>
                      <a:endParaRPr lang="en-IN" sz="2000" b="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Publishing, refresh, cloud deploy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251593"/>
                  </a:ext>
                </a:extLst>
              </a:tr>
              <a:tr h="675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PowerPoint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Executive storytelling &amp; insights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186449"/>
                  </a:ext>
                </a:extLst>
              </a:tr>
            </a:tbl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B8EBC2E3-E173-DF32-3F62-D3BEE766C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2444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B03FA4-2846-2F58-F6A2-CBC2D4CB2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290354"/>
              </p:ext>
            </p:extLst>
          </p:nvPr>
        </p:nvGraphicFramePr>
        <p:xfrm>
          <a:off x="532120" y="1193312"/>
          <a:ext cx="10546278" cy="493776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273139">
                  <a:extLst>
                    <a:ext uri="{9D8B030D-6E8A-4147-A177-3AD203B41FA5}">
                      <a16:colId xmlns:a16="http://schemas.microsoft.com/office/drawing/2014/main" val="3148453499"/>
                    </a:ext>
                  </a:extLst>
                </a:gridCol>
                <a:gridCol w="5273139">
                  <a:extLst>
                    <a:ext uri="{9D8B030D-6E8A-4147-A177-3AD203B41FA5}">
                      <a16:colId xmlns:a16="http://schemas.microsoft.com/office/drawing/2014/main" val="4078941026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Table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Type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171936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Account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537771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Client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15765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Disposition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963229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309068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District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186449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51756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601519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48429"/>
                  </a:ext>
                </a:extLst>
              </a:tr>
            </a:tbl>
          </a:graphicData>
        </a:graphic>
      </p:graphicFrame>
      <p:sp>
        <p:nvSpPr>
          <p:cNvPr id="7" name="Title 9">
            <a:extLst>
              <a:ext uri="{FF2B5EF4-FFF2-40B4-BE49-F238E27FC236}">
                <a16:creationId xmlns:a16="http://schemas.microsoft.com/office/drawing/2014/main" id="{35847D1D-2F08-0C7F-701F-D3C4F4CD5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</p:spPr>
        <p:txBody>
          <a:bodyPr/>
          <a:lstStyle/>
          <a:p>
            <a:r>
              <a:rPr lang="en-US" dirty="0"/>
              <a:t>Available Data Sources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3826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9">
            <a:extLst>
              <a:ext uri="{FF2B5EF4-FFF2-40B4-BE49-F238E27FC236}">
                <a16:creationId xmlns:a16="http://schemas.microsoft.com/office/drawing/2014/main" id="{56E35199-C083-B3A8-CB05-9275DB1C8D88}"/>
              </a:ext>
            </a:extLst>
          </p:cNvPr>
          <p:cNvSpPr txBox="1">
            <a:spLocks/>
          </p:cNvSpPr>
          <p:nvPr/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US" kern="0" dirty="0"/>
              <a:t>Data Dictionary</a:t>
            </a:r>
            <a:endParaRPr lang="en-IN" kern="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628EEBA-14BD-858A-A927-2A37A4A0F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346049"/>
              </p:ext>
            </p:extLst>
          </p:nvPr>
        </p:nvGraphicFramePr>
        <p:xfrm>
          <a:off x="517881" y="1311965"/>
          <a:ext cx="11356065" cy="489487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96254">
                  <a:extLst>
                    <a:ext uri="{9D8B030D-6E8A-4147-A177-3AD203B41FA5}">
                      <a16:colId xmlns:a16="http://schemas.microsoft.com/office/drawing/2014/main" val="314697688"/>
                    </a:ext>
                  </a:extLst>
                </a:gridCol>
                <a:gridCol w="4941191">
                  <a:extLst>
                    <a:ext uri="{9D8B030D-6E8A-4147-A177-3AD203B41FA5}">
                      <a16:colId xmlns:a16="http://schemas.microsoft.com/office/drawing/2014/main" val="919919464"/>
                    </a:ext>
                  </a:extLst>
                </a:gridCol>
                <a:gridCol w="4718620">
                  <a:extLst>
                    <a:ext uri="{9D8B030D-6E8A-4147-A177-3AD203B41FA5}">
                      <a16:colId xmlns:a16="http://schemas.microsoft.com/office/drawing/2014/main" val="270134629"/>
                    </a:ext>
                  </a:extLst>
                </a:gridCol>
              </a:tblGrid>
              <a:tr h="539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Table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Primary/Foreign Keys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01654"/>
                  </a:ext>
                </a:extLst>
              </a:tr>
              <a:tr h="588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Central banking account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account_id</a:t>
                      </a:r>
                      <a:r>
                        <a:rPr lang="en-IN" dirty="0"/>
                        <a:t> (PK), </a:t>
                      </a:r>
                      <a:r>
                        <a:rPr lang="en-IN" dirty="0" err="1"/>
                        <a:t>district_id</a:t>
                      </a:r>
                      <a:r>
                        <a:rPr lang="en-IN" dirty="0"/>
                        <a:t> (FK)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017932"/>
                  </a:ext>
                </a:extLst>
              </a:tr>
              <a:tr h="588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demographic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client_id (PK), district_id (FK)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712787"/>
                  </a:ext>
                </a:extLst>
              </a:tr>
              <a:tr h="615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Links customers to accounts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disp_id</a:t>
                      </a:r>
                      <a:r>
                        <a:rPr lang="en-IN" dirty="0"/>
                        <a:t> (PK), </a:t>
                      </a:r>
                      <a:r>
                        <a:rPr lang="en-IN" dirty="0" err="1"/>
                        <a:t>client_id</a:t>
                      </a:r>
                      <a:r>
                        <a:rPr lang="en-IN" dirty="0"/>
                        <a:t> (FK), </a:t>
                      </a:r>
                      <a:r>
                        <a:rPr lang="en-IN" dirty="0" err="1"/>
                        <a:t>account_id</a:t>
                      </a:r>
                      <a:r>
                        <a:rPr lang="en-IN" dirty="0"/>
                        <a:t> (FK)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093213"/>
                  </a:ext>
                </a:extLst>
              </a:tr>
              <a:tr h="350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 product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card_id (PK), disp_id (FK)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201404"/>
                  </a:ext>
                </a:extLst>
              </a:tr>
              <a:tr h="588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financial transactions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trans_id (PK), account_id (FK)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09505"/>
                  </a:ext>
                </a:extLst>
              </a:tr>
              <a:tr h="350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Loan portfolio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loan_id (PK), account_id (FK)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065151"/>
                  </a:ext>
                </a:extLst>
              </a:tr>
              <a:tr h="588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Standing orders &amp; recurring payments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order_id</a:t>
                      </a:r>
                      <a:r>
                        <a:rPr lang="en-IN" dirty="0"/>
                        <a:t> (PK), </a:t>
                      </a:r>
                      <a:r>
                        <a:rPr lang="en-IN" dirty="0" err="1"/>
                        <a:t>account_id</a:t>
                      </a:r>
                      <a:r>
                        <a:rPr lang="en-IN" dirty="0"/>
                        <a:t> (FK)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524197"/>
                  </a:ext>
                </a:extLst>
              </a:tr>
              <a:tr h="588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District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Regional demographic &amp; economic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district_id</a:t>
                      </a:r>
                      <a:r>
                        <a:rPr lang="en-IN" dirty="0"/>
                        <a:t>/A1 (PK)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859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112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AE3677-68D1-DF31-6706-B7D20091E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5597" y="1290000"/>
            <a:ext cx="10798203" cy="531030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Account serves as the central entity, connecting customers, transactions, loans, and orders.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Transaction is the largest fact table, containing over 1 million records spanning multiple years.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Disposition acts as a bridge table, establishing the relationship between customers and accounts.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District table enriches customer and account data with demographic and economic indicators such as population, salary, unemployment, and crime rates.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Loan table enables credit risk and portfolio analysis through loan amount, duration, payment, and status information.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Card table supports product performance analysis by tracking card types and issuance details.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Order table captures recurring financial activities, helping </a:t>
            </a:r>
            <a:r>
              <a:rPr lang="en-IN" sz="2000" dirty="0" err="1"/>
              <a:t>analyze</a:t>
            </a:r>
            <a:r>
              <a:rPr lang="en-IN" sz="2000" dirty="0"/>
              <a:t> customer payment </a:t>
            </a:r>
            <a:r>
              <a:rPr lang="en-IN" sz="2000" dirty="0" err="1"/>
              <a:t>behavior</a:t>
            </a:r>
            <a:r>
              <a:rPr lang="en-IN" sz="2000" dirty="0"/>
              <a:t> and operational efficiency.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The data model follows a star/snowflake-like analytical structure, making it suitable for SQL analysis, Power BI dashboards, and predictive </a:t>
            </a:r>
            <a:r>
              <a:rPr lang="en-IN" sz="2000" dirty="0" err="1"/>
              <a:t>modeling</a:t>
            </a:r>
            <a:r>
              <a:rPr lang="en-IN" sz="2000" dirty="0"/>
              <a:t>.</a:t>
            </a:r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602C1D78-AE65-0C99-C7F1-0B023EF59E31}"/>
              </a:ext>
            </a:extLst>
          </p:cNvPr>
          <p:cNvSpPr txBox="1">
            <a:spLocks/>
          </p:cNvSpPr>
          <p:nvPr/>
        </p:nvSpPr>
        <p:spPr>
          <a:xfrm>
            <a:off x="555597" y="15240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Key Observations</a:t>
            </a:r>
            <a:endParaRPr lang="en-IN" kern="0" dirty="0"/>
          </a:p>
        </p:txBody>
      </p:sp>
    </p:spTree>
    <p:extLst>
      <p:ext uri="{BB962C8B-B14F-4D97-AF65-F5344CB8AC3E}">
        <p14:creationId xmlns:p14="http://schemas.microsoft.com/office/powerpoint/2010/main" val="245271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300BFB65-998E-14B4-7F24-E398697CB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</p:spPr>
        <p:txBody>
          <a:bodyPr/>
          <a:lstStyle/>
          <a:p>
            <a:r>
              <a:rPr lang="en-US" dirty="0"/>
              <a:t>ER Diagram</a:t>
            </a:r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F315A33-0559-F19E-EF79-0671BAAFA0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7114569"/>
              </p:ext>
            </p:extLst>
          </p:nvPr>
        </p:nvGraphicFramePr>
        <p:xfrm>
          <a:off x="551543" y="1307495"/>
          <a:ext cx="11001834" cy="479575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2426">
                  <a:extLst>
                    <a:ext uri="{9D8B030D-6E8A-4147-A177-3AD203B41FA5}">
                      <a16:colId xmlns:a16="http://schemas.microsoft.com/office/drawing/2014/main" val="221438852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3633540447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4254956552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1571344694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1278949483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2691356022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3246107476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436780865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507000572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3007482754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3917412882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3082413536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3564963111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1462358026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228392549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1775066931"/>
                    </a:ext>
                  </a:extLst>
                </a:gridCol>
                <a:gridCol w="611213">
                  <a:extLst>
                    <a:ext uri="{9D8B030D-6E8A-4147-A177-3AD203B41FA5}">
                      <a16:colId xmlns:a16="http://schemas.microsoft.com/office/drawing/2014/main" val="1727825717"/>
                    </a:ext>
                  </a:extLst>
                </a:gridCol>
              </a:tblGrid>
              <a:tr h="532862"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District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215717"/>
                  </a:ext>
                </a:extLst>
              </a:tr>
              <a:tr h="532862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724655"/>
                  </a:ext>
                </a:extLst>
              </a:tr>
              <a:tr h="532862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b="1" dirty="0"/>
                        <a:t>Account</a:t>
                      </a:r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001069"/>
                  </a:ext>
                </a:extLst>
              </a:tr>
              <a:tr h="532862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904834"/>
                  </a:ext>
                </a:extLst>
              </a:tr>
              <a:tr h="532862">
                <a:tc gridSpan="2">
                  <a:txBody>
                    <a:bodyPr/>
                    <a:lstStyle/>
                    <a:p>
                      <a:r>
                        <a:rPr lang="en-US" b="1" dirty="0"/>
                        <a:t>Transaction</a:t>
                      </a:r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b="1" dirty="0"/>
                        <a:t>Loan</a:t>
                      </a:r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b="1" dirty="0"/>
                        <a:t>Order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b="1" dirty="0" err="1"/>
                        <a:t>Disp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794750"/>
                  </a:ext>
                </a:extLst>
              </a:tr>
              <a:tr h="532862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969961"/>
                  </a:ext>
                </a:extLst>
              </a:tr>
              <a:tr h="532862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498672"/>
                  </a:ext>
                </a:extLst>
              </a:tr>
              <a:tr h="532862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b="1" dirty="0"/>
                        <a:t>Client</a:t>
                      </a:r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b="1" dirty="0"/>
                        <a:t>Card</a:t>
                      </a:r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878864"/>
                  </a:ext>
                </a:extLst>
              </a:tr>
              <a:tr h="532862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b="1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38075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B2C59D4A-B60A-F253-55EB-08AA3F4BE741}"/>
              </a:ext>
            </a:extLst>
          </p:cNvPr>
          <p:cNvSpPr/>
          <p:nvPr/>
        </p:nvSpPr>
        <p:spPr>
          <a:xfrm>
            <a:off x="5366659" y="1307495"/>
            <a:ext cx="1277257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043ADC-3BD8-E0B9-456B-C963121DE98C}"/>
              </a:ext>
            </a:extLst>
          </p:cNvPr>
          <p:cNvSpPr/>
          <p:nvPr/>
        </p:nvSpPr>
        <p:spPr>
          <a:xfrm>
            <a:off x="5366659" y="2388810"/>
            <a:ext cx="1277257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CBBDDB-8E01-9B03-5716-FA2360132EB8}"/>
              </a:ext>
            </a:extLst>
          </p:cNvPr>
          <p:cNvSpPr/>
          <p:nvPr/>
        </p:nvSpPr>
        <p:spPr>
          <a:xfrm>
            <a:off x="551543" y="3429000"/>
            <a:ext cx="1567543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AF157B-EAD3-3F30-1882-042FE729AFDD}"/>
              </a:ext>
            </a:extLst>
          </p:cNvPr>
          <p:cNvSpPr/>
          <p:nvPr/>
        </p:nvSpPr>
        <p:spPr>
          <a:xfrm>
            <a:off x="3236686" y="3429000"/>
            <a:ext cx="1567543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97A208-A5A5-B32B-C136-BC2E10CE0AC2}"/>
              </a:ext>
            </a:extLst>
          </p:cNvPr>
          <p:cNvSpPr/>
          <p:nvPr/>
        </p:nvSpPr>
        <p:spPr>
          <a:xfrm>
            <a:off x="5740797" y="3429000"/>
            <a:ext cx="1567543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84F169-1EE2-6965-67A5-20D3775AEFF3}"/>
              </a:ext>
            </a:extLst>
          </p:cNvPr>
          <p:cNvSpPr/>
          <p:nvPr/>
        </p:nvSpPr>
        <p:spPr>
          <a:xfrm>
            <a:off x="8113882" y="3429000"/>
            <a:ext cx="1567543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12D02E-4C8A-05B6-B5F1-E18CB8B2A780}"/>
              </a:ext>
            </a:extLst>
          </p:cNvPr>
          <p:cNvSpPr/>
          <p:nvPr/>
        </p:nvSpPr>
        <p:spPr>
          <a:xfrm>
            <a:off x="6974511" y="5032828"/>
            <a:ext cx="1567543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978461-3547-F43B-69A7-BA60986B399C}"/>
              </a:ext>
            </a:extLst>
          </p:cNvPr>
          <p:cNvSpPr/>
          <p:nvPr/>
        </p:nvSpPr>
        <p:spPr>
          <a:xfrm>
            <a:off x="9263944" y="5032828"/>
            <a:ext cx="1567543" cy="4124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1BA4A5-E415-D32E-BBBE-A766C9421829}"/>
              </a:ext>
            </a:extLst>
          </p:cNvPr>
          <p:cNvCxnSpPr>
            <a:stCxn id="13" idx="2"/>
          </p:cNvCxnSpPr>
          <p:nvPr/>
        </p:nvCxnSpPr>
        <p:spPr>
          <a:xfrm flipH="1">
            <a:off x="6005287" y="1719943"/>
            <a:ext cx="1" cy="6688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E3DD9ED-BBA0-A146-5E5C-0ED2F952F2F4}"/>
                  </a:ext>
                </a:extLst>
              </p14:cNvPr>
              <p14:cNvContentPartPr/>
              <p14:nvPr/>
            </p14:nvContentPartPr>
            <p14:xfrm>
              <a:off x="6030251" y="2815503"/>
              <a:ext cx="7560" cy="3416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E3DD9ED-BBA0-A146-5E5C-0ED2F952F2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1611" y="2806503"/>
                <a:ext cx="2520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BF0FCDF-E11E-76F1-BF57-3B2AD556ABF6}"/>
                  </a:ext>
                </a:extLst>
              </p14:cNvPr>
              <p14:cNvContentPartPr/>
              <p14:nvPr/>
            </p14:nvContentPartPr>
            <p14:xfrm>
              <a:off x="1313531" y="3169743"/>
              <a:ext cx="77187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BF0FCDF-E11E-76F1-BF57-3B2AD556AB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4531" y="3160743"/>
                <a:ext cx="77364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7BDC091-870E-F790-FE3D-E1CD94406693}"/>
              </a:ext>
            </a:extLst>
          </p:cNvPr>
          <p:cNvCxnSpPr/>
          <p:nvPr/>
        </p:nvCxnSpPr>
        <p:spPr>
          <a:xfrm>
            <a:off x="1313531" y="3169743"/>
            <a:ext cx="0" cy="259257"/>
          </a:xfrm>
          <a:prstGeom prst="straightConnector1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7095B80-3DE3-F6A7-8820-F910E7D9470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4016830" y="3157143"/>
            <a:ext cx="3628" cy="2718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9A86BBE-4EFE-10C5-9C17-238E916D044B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6524568" y="3157143"/>
            <a:ext cx="1" cy="2718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BEAFECE-A4D8-6B18-70FE-A7960A20E900}"/>
              </a:ext>
            </a:extLst>
          </p:cNvPr>
          <p:cNvCxnSpPr>
            <a:cxnSpLocks/>
          </p:cNvCxnSpPr>
          <p:nvPr/>
        </p:nvCxnSpPr>
        <p:spPr>
          <a:xfrm>
            <a:off x="9028679" y="3157143"/>
            <a:ext cx="10293" cy="2718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8E0DCFF-47FB-3407-39F3-7F94C0B85442}"/>
              </a:ext>
            </a:extLst>
          </p:cNvPr>
          <p:cNvCxnSpPr>
            <a:cxnSpLocks/>
          </p:cNvCxnSpPr>
          <p:nvPr/>
        </p:nvCxnSpPr>
        <p:spPr>
          <a:xfrm>
            <a:off x="9028679" y="3841448"/>
            <a:ext cx="10293" cy="79646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0D4CEE2-78C4-ACC1-48BD-0E4F1D8DA270}"/>
                  </a:ext>
                </a:extLst>
              </p14:cNvPr>
              <p14:cNvContentPartPr/>
              <p14:nvPr/>
            </p14:nvContentPartPr>
            <p14:xfrm>
              <a:off x="7924571" y="4637103"/>
              <a:ext cx="2199240" cy="7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0D4CEE2-78C4-ACC1-48BD-0E4F1D8DA27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15571" y="4619103"/>
                <a:ext cx="2216880" cy="3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53592A6-72C2-68F8-C5A1-9B42451400BA}"/>
              </a:ext>
            </a:extLst>
          </p:cNvPr>
          <p:cNvCxnSpPr/>
          <p:nvPr/>
        </p:nvCxnSpPr>
        <p:spPr>
          <a:xfrm>
            <a:off x="7917314" y="4637103"/>
            <a:ext cx="0" cy="3957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0D3672C-BAD7-724B-1CC3-17AF9B3A2145}"/>
              </a:ext>
            </a:extLst>
          </p:cNvPr>
          <p:cNvCxnSpPr/>
          <p:nvPr/>
        </p:nvCxnSpPr>
        <p:spPr>
          <a:xfrm>
            <a:off x="10123485" y="4637103"/>
            <a:ext cx="0" cy="3957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041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9">
            <a:extLst>
              <a:ext uri="{FF2B5EF4-FFF2-40B4-BE49-F238E27FC236}">
                <a16:creationId xmlns:a16="http://schemas.microsoft.com/office/drawing/2014/main" id="{8FE3651E-68A1-6020-1950-B09F93CB8D75}"/>
              </a:ext>
            </a:extLst>
          </p:cNvPr>
          <p:cNvSpPr txBox="1">
            <a:spLocks/>
          </p:cNvSpPr>
          <p:nvPr/>
        </p:nvSpPr>
        <p:spPr>
          <a:xfrm>
            <a:off x="403197" y="0"/>
            <a:ext cx="10675200" cy="11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SQL Data Checks &amp; Consistency</a:t>
            </a:r>
            <a:endParaRPr lang="en-IN" kern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242B74-184F-55B6-6096-E4DA92EFF459}"/>
              </a:ext>
            </a:extLst>
          </p:cNvPr>
          <p:cNvSpPr txBox="1"/>
          <p:nvPr/>
        </p:nvSpPr>
        <p:spPr>
          <a:xfrm>
            <a:off x="403197" y="1183945"/>
            <a:ext cx="10675200" cy="36901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Imported all 8 banking tables into SQL Server.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Consolidated 6 yearly transaction files into a single Transaction table.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Performed data quality and consistency checks.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Validated primary and foreign key relationships.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Checked for duplicate records, missing values, invalid dates and invalid business values.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Verified referential integrity across all tables. </a:t>
            </a:r>
          </a:p>
        </p:txBody>
      </p:sp>
    </p:spTree>
    <p:extLst>
      <p:ext uri="{BB962C8B-B14F-4D97-AF65-F5344CB8AC3E}">
        <p14:creationId xmlns:p14="http://schemas.microsoft.com/office/powerpoint/2010/main" val="2021332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9D43DA-B66A-B5FC-19CC-8B4E81CFB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Discrepencies</a:t>
            </a:r>
            <a:r>
              <a:rPr lang="en-US" dirty="0"/>
              <a:t> (1/2)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D0B4E3-03C6-91B1-4102-94A0C91C4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378556"/>
              </p:ext>
            </p:extLst>
          </p:nvPr>
        </p:nvGraphicFramePr>
        <p:xfrm>
          <a:off x="403196" y="1694561"/>
          <a:ext cx="10675200" cy="249975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337600">
                  <a:extLst>
                    <a:ext uri="{9D8B030D-6E8A-4147-A177-3AD203B41FA5}">
                      <a16:colId xmlns:a16="http://schemas.microsoft.com/office/drawing/2014/main" val="1008292138"/>
                    </a:ext>
                  </a:extLst>
                </a:gridCol>
                <a:gridCol w="5337600">
                  <a:extLst>
                    <a:ext uri="{9D8B030D-6E8A-4147-A177-3AD203B41FA5}">
                      <a16:colId xmlns:a16="http://schemas.microsoft.com/office/drawing/2014/main" val="2694773219"/>
                    </a:ext>
                  </a:extLst>
                </a:gridCol>
              </a:tblGrid>
              <a:tr h="434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Table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Issue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833105"/>
                  </a:ext>
                </a:extLst>
              </a:tr>
              <a:tr h="434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Account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Dates stored in YYMMDD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220683"/>
                  </a:ext>
                </a:extLst>
              </a:tr>
              <a:tr h="434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Dates stored in YYMMDD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268004"/>
                  </a:ext>
                </a:extLst>
              </a:tr>
              <a:tr h="762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Dates stored as YYMMDD HH:MM:SS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91980"/>
                  </a:ext>
                </a:extLst>
              </a:tr>
              <a:tr h="434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Non-standard date representation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2073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41CADD2-270E-3189-AA57-4C7B4D6BE6B1}"/>
              </a:ext>
            </a:extLst>
          </p:cNvPr>
          <p:cNvSpPr txBox="1"/>
          <p:nvPr/>
        </p:nvSpPr>
        <p:spPr>
          <a:xfrm>
            <a:off x="403196" y="1171341"/>
            <a:ext cx="10675199" cy="540000"/>
          </a:xfrm>
          <a:prstGeom prst="rect">
            <a:avLst/>
          </a:prstGeom>
          <a:solidFill>
            <a:srgbClr val="02809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Date Issues</a:t>
            </a:r>
            <a:endParaRPr lang="en-IN" sz="2000" b="1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E81BDD-A128-72CD-923C-273595411B58}"/>
              </a:ext>
            </a:extLst>
          </p:cNvPr>
          <p:cNvSpPr txBox="1"/>
          <p:nvPr/>
        </p:nvSpPr>
        <p:spPr>
          <a:xfrm>
            <a:off x="310219" y="4424775"/>
            <a:ext cx="10861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Identify all non-standard date formats across Account, Loan, Card &amp; Transaction tables.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Convert all YYMMDD / YYMMDD HH:MM:SS values to SQL YYYY-MM-DD format, prefixing 19 for 2-digit years.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Validate to Ensure zero NULLs, no row loss, and dates fall within 1993–1998 range.</a:t>
            </a:r>
          </a:p>
        </p:txBody>
      </p:sp>
    </p:spTree>
    <p:extLst>
      <p:ext uri="{BB962C8B-B14F-4D97-AF65-F5344CB8AC3E}">
        <p14:creationId xmlns:p14="http://schemas.microsoft.com/office/powerpoint/2010/main" val="2155172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72AB1-0919-4236-AC43-6BDC24146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08F280-9990-C4EF-F77F-05B7DD54F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Discrepencies</a:t>
            </a:r>
            <a:r>
              <a:rPr lang="en-US" dirty="0"/>
              <a:t>(2/2)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82191-F738-ECAC-5F2A-05F8C17BD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946700"/>
              </p:ext>
            </p:extLst>
          </p:nvPr>
        </p:nvGraphicFramePr>
        <p:xfrm>
          <a:off x="403196" y="1571451"/>
          <a:ext cx="10675200" cy="29513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337600">
                  <a:extLst>
                    <a:ext uri="{9D8B030D-6E8A-4147-A177-3AD203B41FA5}">
                      <a16:colId xmlns:a16="http://schemas.microsoft.com/office/drawing/2014/main" val="1008292138"/>
                    </a:ext>
                  </a:extLst>
                </a:gridCol>
                <a:gridCol w="5337600">
                  <a:extLst>
                    <a:ext uri="{9D8B030D-6E8A-4147-A177-3AD203B41FA5}">
                      <a16:colId xmlns:a16="http://schemas.microsoft.com/office/drawing/2014/main" val="2694773219"/>
                    </a:ext>
                  </a:extLst>
                </a:gridCol>
              </a:tblGrid>
              <a:tr h="512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Table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Issue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833105"/>
                  </a:ext>
                </a:extLst>
              </a:tr>
              <a:tr h="512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Account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Dates stored in YYMMDD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220683"/>
                  </a:ext>
                </a:extLst>
              </a:tr>
              <a:tr h="512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Dates stored in YYMMDD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268004"/>
                  </a:ext>
                </a:extLst>
              </a:tr>
              <a:tr h="90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Dates stored as YYMMDD HH:MM:SS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91980"/>
                  </a:ext>
                </a:extLst>
              </a:tr>
              <a:tr h="512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Non-standard date representation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2073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04A4015-BBFD-6131-25EF-A83992E785D1}"/>
              </a:ext>
            </a:extLst>
          </p:cNvPr>
          <p:cNvSpPr txBox="1"/>
          <p:nvPr/>
        </p:nvSpPr>
        <p:spPr>
          <a:xfrm>
            <a:off x="403196" y="1171341"/>
            <a:ext cx="10675199" cy="400110"/>
          </a:xfrm>
          <a:prstGeom prst="rect">
            <a:avLst/>
          </a:prstGeom>
          <a:solidFill>
            <a:srgbClr val="028090"/>
          </a:solidFill>
          <a:ln>
            <a:solidFill>
              <a:schemeClr val="bg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Missing Values</a:t>
            </a:r>
            <a:endParaRPr lang="en-IN" sz="2000" b="1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DE4F6-2B4E-4014-598D-FE45A1F01B1B}"/>
              </a:ext>
            </a:extLst>
          </p:cNvPr>
          <p:cNvSpPr txBox="1"/>
          <p:nvPr/>
        </p:nvSpPr>
        <p:spPr>
          <a:xfrm>
            <a:off x="403196" y="4759481"/>
            <a:ext cx="6150076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50"/>
              </a:spcBef>
              <a:spcAft>
                <a:spcPts val="263"/>
              </a:spcAft>
              <a:buNone/>
            </a:pPr>
            <a:r>
              <a:rPr lang="en-IN" sz="2000" b="1" i="0" dirty="0">
                <a:solidFill>
                  <a:srgbClr val="0D0D0D"/>
                </a:solidFill>
                <a:effectLst/>
                <a:latin typeface="+mj-lt"/>
              </a:rPr>
              <a:t>Observation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+mj-lt"/>
              </a:rPr>
              <a:t>Missing business attributes found.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+mj-lt"/>
              </a:rPr>
              <a:t>Requires business validation.</a:t>
            </a:r>
          </a:p>
        </p:txBody>
      </p:sp>
    </p:spTree>
    <p:extLst>
      <p:ext uri="{BB962C8B-B14F-4D97-AF65-F5344CB8AC3E}">
        <p14:creationId xmlns:p14="http://schemas.microsoft.com/office/powerpoint/2010/main" val="863515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FBCAB2-CF96-887E-5A7E-87941A0D4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197" y="1002276"/>
            <a:ext cx="8823227" cy="4239200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Standardize all date fields to SQL DATE format.</a:t>
            </a:r>
          </a:p>
          <a:p>
            <a:pPr>
              <a:lnSpc>
                <a:spcPct val="20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Increase text column sizes for bank, operation, and purpose fields.</a:t>
            </a:r>
          </a:p>
          <a:p>
            <a:pPr>
              <a:lnSpc>
                <a:spcPct val="20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Validate missing values before imputation.</a:t>
            </a:r>
          </a:p>
          <a:p>
            <a:pPr>
              <a:lnSpc>
                <a:spcPct val="20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Remove duplicate records where applicable.</a:t>
            </a:r>
          </a:p>
          <a:p>
            <a:pPr>
              <a:lnSpc>
                <a:spcPct val="20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Validate orphan records through referential integrity checks.</a:t>
            </a:r>
          </a:p>
          <a:p>
            <a:pPr>
              <a:lnSpc>
                <a:spcPct val="20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Preserve raw source tables.</a:t>
            </a:r>
          </a:p>
          <a:p>
            <a:pPr>
              <a:lnSpc>
                <a:spcPct val="20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IN" sz="2000" dirty="0">
                <a:latin typeface="+mj-lt"/>
              </a:rPr>
              <a:t>Use cleaned views for reporting and analysis.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910911-E63E-B97D-B5FE-20E81CC99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IN" dirty="0"/>
              <a:t>Recommendations for Data Cleaning</a:t>
            </a:r>
          </a:p>
        </p:txBody>
      </p:sp>
    </p:spTree>
    <p:extLst>
      <p:ext uri="{BB962C8B-B14F-4D97-AF65-F5344CB8AC3E}">
        <p14:creationId xmlns:p14="http://schemas.microsoft.com/office/powerpoint/2010/main" val="2732005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9009D6F-3D23-65B1-77ED-AC9F8FA39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</p:spPr>
        <p:txBody>
          <a:bodyPr anchor="b"/>
          <a:lstStyle/>
          <a:p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EDA Plan — Descriptive Analysis</a:t>
            </a:r>
            <a:endParaRPr lang="en-US" sz="3200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CC0F028B-BB97-2E4C-5F66-B9544417D8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0461693"/>
              </p:ext>
            </p:extLst>
          </p:nvPr>
        </p:nvGraphicFramePr>
        <p:xfrm>
          <a:off x="556272" y="1137599"/>
          <a:ext cx="10350267" cy="4865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1702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516815C-6CCA-C631-D4D6-BB25DC66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</p:spPr>
        <p:txBody>
          <a:bodyPr anchor="b"/>
          <a:lstStyle/>
          <a:p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EDA Plan — Diagnostic Analysis</a:t>
            </a:r>
            <a:endParaRPr lang="en-US" sz="32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B345C4-1D03-6E93-38D0-F485A73F1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09870"/>
              </p:ext>
            </p:extLst>
          </p:nvPr>
        </p:nvGraphicFramePr>
        <p:xfrm>
          <a:off x="515841" y="1137600"/>
          <a:ext cx="10675200" cy="490823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58400">
                  <a:extLst>
                    <a:ext uri="{9D8B030D-6E8A-4147-A177-3AD203B41FA5}">
                      <a16:colId xmlns:a16="http://schemas.microsoft.com/office/drawing/2014/main" val="1195323187"/>
                    </a:ext>
                  </a:extLst>
                </a:gridCol>
                <a:gridCol w="3558400">
                  <a:extLst>
                    <a:ext uri="{9D8B030D-6E8A-4147-A177-3AD203B41FA5}">
                      <a16:colId xmlns:a16="http://schemas.microsoft.com/office/drawing/2014/main" val="764838978"/>
                    </a:ext>
                  </a:extLst>
                </a:gridCol>
                <a:gridCol w="3558400">
                  <a:extLst>
                    <a:ext uri="{9D8B030D-6E8A-4147-A177-3AD203B41FA5}">
                      <a16:colId xmlns:a16="http://schemas.microsoft.com/office/drawing/2014/main" val="3320558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Business Question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Analysis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KPI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97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Why do some accounts have high debit activity?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Compare transaction patterns by account type and district.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High-Debit Account 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589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What factors influence loan default?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Compare defaulters vs non-defaulters by age, district, and loan amount.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Default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81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Why are some districts low in account opening?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Analyze</a:t>
                      </a:r>
                      <a:r>
                        <a:rPr lang="en-IN" dirty="0"/>
                        <a:t> account penetration against population, salary, and unemployment.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Account Penetration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644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drives card adoption?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Compare customers with and without cards.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Card Adoption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62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Why do some accounts have no transactions?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Identify dormant accounts and study customer characteristics.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Dormant Account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639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Which transaction types are declining?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Track trends by transaction category over time.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Transaction Trend 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003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0098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3CE406-AC71-2127-6E0B-773BC730A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Plan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479B30-3F7A-4E99-A178-627B73BEE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473210"/>
              </p:ext>
            </p:extLst>
          </p:nvPr>
        </p:nvGraphicFramePr>
        <p:xfrm>
          <a:off x="469006" y="1314538"/>
          <a:ext cx="10609392" cy="321167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36464">
                  <a:extLst>
                    <a:ext uri="{9D8B030D-6E8A-4147-A177-3AD203B41FA5}">
                      <a16:colId xmlns:a16="http://schemas.microsoft.com/office/drawing/2014/main" val="45728952"/>
                    </a:ext>
                  </a:extLst>
                </a:gridCol>
                <a:gridCol w="3536464">
                  <a:extLst>
                    <a:ext uri="{9D8B030D-6E8A-4147-A177-3AD203B41FA5}">
                      <a16:colId xmlns:a16="http://schemas.microsoft.com/office/drawing/2014/main" val="1054497699"/>
                    </a:ext>
                  </a:extLst>
                </a:gridCol>
                <a:gridCol w="3536464">
                  <a:extLst>
                    <a:ext uri="{9D8B030D-6E8A-4147-A177-3AD203B41FA5}">
                      <a16:colId xmlns:a16="http://schemas.microsoft.com/office/drawing/2014/main" val="788682273"/>
                    </a:ext>
                  </a:extLst>
                </a:gridCol>
              </a:tblGrid>
              <a:tr h="5825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 Case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Business Value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807087"/>
                  </a:ext>
                </a:extLst>
              </a:tr>
              <a:tr h="5825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Loan Default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Reduce credit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257664"/>
                  </a:ext>
                </a:extLst>
              </a:tr>
              <a:tr h="1023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Transaction Forecasting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Improve financial planning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668347"/>
                  </a:ext>
                </a:extLst>
              </a:tr>
              <a:tr h="1023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 Adoption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Increase card penetration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064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616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B48AEB-66CA-7C32-82D0-F8444140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Plan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446DA166-F67C-B6F0-196B-FF16740C21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2922585"/>
              </p:ext>
            </p:extLst>
          </p:nvPr>
        </p:nvGraphicFramePr>
        <p:xfrm>
          <a:off x="547755" y="1073426"/>
          <a:ext cx="11081027" cy="42305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5715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7FA231-CA60-6C58-8DCA-D87277E9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Wireframe — Customer Analytics</a:t>
            </a:r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1876508" y="1824824"/>
            <a:ext cx="19202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6508" y="18248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6508" y="2071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Clients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979628" y="1824824"/>
            <a:ext cx="19202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9628" y="18248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79628" y="2071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Client Age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82748" y="1824824"/>
            <a:ext cx="19202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2748" y="18248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82748" y="2071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Ratio (F:M)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185868" y="1824824"/>
            <a:ext cx="19202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5868" y="18248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5868" y="2071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Covered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76508" y="2501480"/>
            <a:ext cx="2743200" cy="1508760"/>
          </a:xfrm>
          <a:prstGeom prst="rect">
            <a:avLst/>
          </a:prstGeom>
          <a:solidFill>
            <a:srgbClr val="F8FB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90908" y="250307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(Histogram)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50828" y="3461600"/>
            <a:ext cx="3200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3164" y="3187280"/>
            <a:ext cx="32004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55500" y="2821520"/>
            <a:ext cx="32004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57836" y="3004400"/>
            <a:ext cx="3200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60172" y="3370160"/>
            <a:ext cx="32004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62508" y="3553040"/>
            <a:ext cx="3200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2588" y="2501480"/>
            <a:ext cx="2011680" cy="1508760"/>
          </a:xfrm>
          <a:prstGeom prst="rect">
            <a:avLst/>
          </a:prstGeom>
          <a:solidFill>
            <a:srgbClr val="F8FB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2668" y="2491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(Pie Chart)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22628" y="2986112"/>
            <a:ext cx="1188720" cy="914400"/>
          </a:xfrm>
          <a:prstGeom prst="line">
            <a:avLst/>
          </a:prstGeom>
          <a:solidFill>
            <a:srgbClr val="1B3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6988" y="3013544"/>
            <a:ext cx="5943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7148" y="2501480"/>
            <a:ext cx="3200400" cy="150876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4428" y="253368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by District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(Map / Filled Chart)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80028" y="3306152"/>
            <a:ext cx="365760" cy="704088"/>
          </a:xfrm>
          <a:prstGeom prst="rect">
            <a:avLst/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55516" y="3530180"/>
            <a:ext cx="365760" cy="480060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1004" y="3114128"/>
            <a:ext cx="365760" cy="896112"/>
          </a:xfrm>
          <a:prstGeom prst="rect">
            <a:avLst/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06492" y="3626192"/>
            <a:ext cx="3657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81980" y="3370160"/>
            <a:ext cx="36576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57468" y="3434168"/>
            <a:ext cx="365760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76508" y="4129112"/>
            <a:ext cx="8412480" cy="1298448"/>
          </a:xfrm>
          <a:prstGeom prst="rect">
            <a:avLst/>
          </a:prstGeom>
          <a:solidFill>
            <a:srgbClr val="F8FB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76508" y="4147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Adoption &amp; Product Trends by District  (Stacked Bar Chart)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242268" y="4750904"/>
            <a:ext cx="804672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29820" y="4851488"/>
            <a:ext cx="804672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17372" y="4549736"/>
            <a:ext cx="804672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04924" y="5052656"/>
            <a:ext cx="804672" cy="301752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92476" y="4650320"/>
            <a:ext cx="804672" cy="704088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80028" y="4952072"/>
            <a:ext cx="804672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67580" y="4449152"/>
            <a:ext cx="804672" cy="905256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55132" y="4750904"/>
            <a:ext cx="804672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23777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00A340-B1C9-E1BB-336D-CCABBB8BD46A}"/>
              </a:ext>
            </a:extLst>
          </p:cNvPr>
          <p:cNvSpPr txBox="1"/>
          <p:nvPr/>
        </p:nvSpPr>
        <p:spPr>
          <a:xfrm>
            <a:off x="3084443" y="2370605"/>
            <a:ext cx="60231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/>
              <a:t>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2934401831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15650</TotalTime>
  <Words>1095</Words>
  <Application>Microsoft Office PowerPoint</Application>
  <PresentationFormat>Widescreen</PresentationFormat>
  <Paragraphs>263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Open Sans</vt:lpstr>
      <vt:lpstr>PT Sans Narrow</vt:lpstr>
      <vt:lpstr>Raleway</vt:lpstr>
      <vt:lpstr>Wingdings</vt:lpstr>
      <vt:lpstr>Tropic</vt:lpstr>
      <vt:lpstr>PowerPoint Presentation</vt:lpstr>
      <vt:lpstr>Project Overview</vt:lpstr>
      <vt:lpstr>Business Context</vt:lpstr>
      <vt:lpstr>Business Objectives</vt:lpstr>
      <vt:lpstr>Technology Stack</vt:lpstr>
      <vt:lpstr>Available Data Sources</vt:lpstr>
      <vt:lpstr>PowerPoint Presentation</vt:lpstr>
      <vt:lpstr>PowerPoint Presentation</vt:lpstr>
      <vt:lpstr>ER Diagram</vt:lpstr>
      <vt:lpstr>PowerPoint Presentation</vt:lpstr>
      <vt:lpstr>Data Discrepencies (1/2)</vt:lpstr>
      <vt:lpstr>Data Discrepencies(2/2)</vt:lpstr>
      <vt:lpstr>Recommendations for Data Cleaning</vt:lpstr>
      <vt:lpstr>EDA Plan — Descriptive Analysis</vt:lpstr>
      <vt:lpstr>EDA Plan — Diagnostic Analysis</vt:lpstr>
      <vt:lpstr>Predictive Analysis Plan</vt:lpstr>
      <vt:lpstr>Dashboard Plan</vt:lpstr>
      <vt:lpstr>Dashboard Wireframe — Customer Analytics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Aakash kumar</cp:lastModifiedBy>
  <cp:revision>608</cp:revision>
  <dcterms:created xsi:type="dcterms:W3CDTF">2025-04-04T02:52:34Z</dcterms:created>
  <dcterms:modified xsi:type="dcterms:W3CDTF">2026-06-19T18:22:01Z</dcterms:modified>
</cp:coreProperties>
</file>